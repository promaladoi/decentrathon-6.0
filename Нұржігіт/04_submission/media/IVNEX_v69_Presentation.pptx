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3b20a7ecf4e8e" /><Relationship Type="http://schemas.openxmlformats.org/officeDocument/2006/relationships/extended-properties" Target="/docProps/app.xml" Id="Re4c7a74f29c943ba" /><Relationship Type="http://schemas.openxmlformats.org/officeDocument/2006/relationships/officeDocument" Target="/ppt/presentation.xml" Id="R2fdaeab3b61f48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8dfe837124ebc"/>
  </p:sldMasterIdLst>
  <p:notesMasterIdLst>
    <p:notesMasterId xmlns:r="http://schemas.openxmlformats.org/officeDocument/2006/relationships" r:id="Rb4bf915f30c444c2"/>
  </p:notesMasterIdLst>
  <p:sldIdLst>
    <p:sldId xmlns:r="http://schemas.openxmlformats.org/officeDocument/2006/relationships" id="256" r:id="R194aaf0378a74b90"/>
    <p:sldId xmlns:r="http://schemas.openxmlformats.org/officeDocument/2006/relationships" id="257" r:id="R30d8eb514d1a4fc1"/>
    <p:sldId xmlns:r="http://schemas.openxmlformats.org/officeDocument/2006/relationships" id="258" r:id="R45edd85bf79d4f60"/>
    <p:sldId xmlns:r="http://schemas.openxmlformats.org/officeDocument/2006/relationships" id="259" r:id="Rbf1c59060da04c3d"/>
    <p:sldId xmlns:r="http://schemas.openxmlformats.org/officeDocument/2006/relationships" id="260" r:id="Re3552760d625410b"/>
    <p:sldId xmlns:r="http://schemas.openxmlformats.org/officeDocument/2006/relationships" id="261" r:id="Rde84511e1784495f"/>
    <p:sldId xmlns:r="http://schemas.openxmlformats.org/officeDocument/2006/relationships" id="262" r:id="R242ff0542ddf47d4"/>
    <p:sldId xmlns:r="http://schemas.openxmlformats.org/officeDocument/2006/relationships" id="263" r:id="Re108bab12c4042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f7ae2628ba41f7" /><Relationship Type="http://schemas.openxmlformats.org/officeDocument/2006/relationships/slideMaster" Target="/ppt/slideMasters/slideMaster1.xml" Id="R5b78dfe837124ebc" /><Relationship Type="http://schemas.openxmlformats.org/officeDocument/2006/relationships/notesMaster" Target="/ppt/notesMasters/notesMaster1.xml" Id="Rb4bf915f30c444c2" /><Relationship Type="http://schemas.openxmlformats.org/officeDocument/2006/relationships/presProps" Target="/ppt/presProps.xml" Id="Rc2c9203a45194cf0" /><Relationship Type="http://schemas.openxmlformats.org/officeDocument/2006/relationships/tableStyles" Target="/ppt/tableStyles.xml" Id="Rd50933aced9c49c9" /><Relationship Type="http://schemas.openxmlformats.org/officeDocument/2006/relationships/slide" Target="/ppt/slides/slide1.xml" Id="R194aaf0378a74b90" /><Relationship Type="http://schemas.openxmlformats.org/officeDocument/2006/relationships/slide" Target="/ppt/slides/slide2.xml" Id="R30d8eb514d1a4fc1" /><Relationship Type="http://schemas.openxmlformats.org/officeDocument/2006/relationships/slide" Target="/ppt/slides/slide3.xml" Id="R45edd85bf79d4f60" /><Relationship Type="http://schemas.openxmlformats.org/officeDocument/2006/relationships/slide" Target="/ppt/slides/slide4.xml" Id="Rbf1c59060da04c3d" /><Relationship Type="http://schemas.openxmlformats.org/officeDocument/2006/relationships/slide" Target="/ppt/slides/slide5.xml" Id="Re3552760d625410b" /><Relationship Type="http://schemas.openxmlformats.org/officeDocument/2006/relationships/slide" Target="/ppt/slides/slide6.xml" Id="Rde84511e1784495f" /><Relationship Type="http://schemas.openxmlformats.org/officeDocument/2006/relationships/slide" Target="/ppt/slides/slide7.xml" Id="R242ff0542ddf47d4" /><Relationship Type="http://schemas.openxmlformats.org/officeDocument/2006/relationships/slide" Target="/ppt/slides/slide8.xml" Id="Re108bab12c40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825c02f5d0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ef21416bda4cd1" /><Relationship Type="http://schemas.openxmlformats.org/officeDocument/2006/relationships/notesMaster" Target="/ppt/notesMasters/notesMaster1.xml" Id="Rf84f36ef36c341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026d10f13a4b11" /><Relationship Type="http://schemas.openxmlformats.org/officeDocument/2006/relationships/notesMaster" Target="/ppt/notesMasters/notesMaster1.xml" Id="R479433bb021b40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508a1eec2b4f40" /><Relationship Type="http://schemas.openxmlformats.org/officeDocument/2006/relationships/notesMaster" Target="/ppt/notesMasters/notesMaster1.xml" Id="R50386f60b71a4a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b5487f7b944ff5" /><Relationship Type="http://schemas.openxmlformats.org/officeDocument/2006/relationships/notesMaster" Target="/ppt/notesMasters/notesMaster1.xml" Id="R40442fa81e9445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c22624e0da48aa" /><Relationship Type="http://schemas.openxmlformats.org/officeDocument/2006/relationships/notesMaster" Target="/ppt/notesMasters/notesMaster1.xml" Id="R1ce6b6de66074a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6255ff061345e4" /><Relationship Type="http://schemas.openxmlformats.org/officeDocument/2006/relationships/notesMaster" Target="/ppt/notesMasters/notesMaster1.xml" Id="R6af94b681e6f42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66daa0cfe45d9" /><Relationship Type="http://schemas.openxmlformats.org/officeDocument/2006/relationships/notesMaster" Target="/ppt/notesMasters/notesMaster1.xml" Id="R5b17f7f09023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c237fd1799492a" /><Relationship Type="http://schemas.openxmlformats.org/officeDocument/2006/relationships/notesMaster" Target="/ppt/notesMasters/notesMaster1.xml" Id="R96edc2951d814f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Ивнекс представляет версию шестьдесят девять для Суп Кернел Челлендж. Мы ускорили полную команду дообучения языковой модели на одной бесплатной Тэ четыре. Покажем устройство решения и сохранённый проверенный запуск.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и проверенный результат: https://github.com/BAITC-Hacks/hack-a5a4072f-wither-ai/blob/main/SUBMISSION.md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осталась прежней: Кьювен два с половиной, полтора миллиарда параметров, четырёхбитные веса и Лора ранга шестнадцать. Двести пятьдесят шесть казахских инструкций, батч четыре, длина до пятисот двенадцати токенов и шестьдесят четыре шага. Модель, данные и настройки обучения мы не меняли.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https://github.com/BAITC-Hacks/hack-a5a4072f-wither-ai/blob/a5d04eee1d8988c2b73cf5adeb9c82440ca5c0e2/solution</a:t>
            </a:r>
          </a:p>
          <a:p xmlns:a="http://schemas.openxmlformats.org/drawingml/2006/main">
            <a:r>
              <a:t>https://github.com/BAITC-Hacks/hack-a5a4072f-wither-ai/blob/main/results/final/result.json</a:t>
            </a:r>
          </a:p>
          <a:p xmlns:a="http://schemas.openxmlformats.org/drawingml/2006/main">
            <a:r>
              <a:t>https://github.com/BAITC-Hacks/hack-a5a4072f-wither-ai/blob/main/results/final/checks.json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Первое изменение: убираем паддинг внутри исходного батча. Модель обрабатывает реальные токены, а границы примеров, позиции и маски сохраняются. Строки между батчами не смешиваются. Для внимания используем штатный механизм Пайторч.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https://github.com/BAITC-Hacks/hack-a5a4072f-wither-ai/blob/a5d04eee1d8988c2b73cf5adeb9c82440ca5c0e2/solution</a:t>
            </a:r>
          </a:p>
          <a:p xmlns:a="http://schemas.openxmlformats.org/drawingml/2006/main">
            <a:r>
              <a:t>https://github.com/BAITC-Hacks/hack-a5a4072f-wither-ai/blob/main/results/final/result.json</a:t>
            </a:r>
          </a:p>
          <a:p xmlns:a="http://schemas.openxmlformats.org/drawingml/2006/main">
            <a:r>
              <a:t>https://github.com/BAITC-Hacks/hack-a5a4072f-wither-ai/blob/main/results/final/checks.json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Второе изменение: собственные Тритон кернелы объединяют нормализацию и остаточное сложение, распаковывают четыре бита и восстанавливают вход Лора при обратном проходе. Выходной слой считает весь словарь по частям. Сохраняются энтропия, точность и журнал потерь. Небольшой кеш весов ограничен шестьюдесятью четырьмя мебибайтами.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https://github.com/BAITC-Hacks/hack-a5a4072f-wither-ai/blob/a5d04eee1d8988c2b73cf5adeb9c82440ca5c0e2/solution</a:t>
            </a:r>
          </a:p>
          <a:p xmlns:a="http://schemas.openxmlformats.org/drawingml/2006/main">
            <a:r>
              <a:t>https://github.com/BAITC-Hacks/hack-a5a4072f-wither-ai/blob/main/results/final/result.json</a:t>
            </a:r>
          </a:p>
          <a:p xmlns:a="http://schemas.openxmlformats.org/drawingml/2006/main">
            <a:r>
              <a:t>https://github.com/BAITC-Hacks/hack-a5a4072f-wither-ai/blob/main/results/final/checks.json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  <a:p xmlns:a="http://schemas.openxmlformats.org/drawingml/2006/main">
            <a:r>
              <a:t>Штатные PyTorch attention и cuBLAS не считаются нашими кернелами. SwiGLU организаторов исключён из доли собственных кернелов. Подробнее README/NOTICE; исходные авторские commits указаны в solution/nf4.py, solution/rmsnorm.py и solution/lmhead.py.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Вот реальный результат на Каггл. Два запуска базы и два запуска решения. Полная команда занимает сорок шесть с половиной секунд вместо восьмидесяти двух: времени на сорок три процента меньше. Пиковая память: три тысячи девятьсот пятьдесят девять мебибайт, снижение на семьдесят два процента. Оценочная потеря не выросла.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https://github.com/BAITC-Hacks/hack-a5a4072f-wither-ai/blob/a5d04eee1d8988c2b73cf5adeb9c82440ca5c0e2/solution</a:t>
            </a:r>
          </a:p>
          <a:p xmlns:a="http://schemas.openxmlformats.org/drawingml/2006/main">
            <a:r>
              <a:t>https://github.com/BAITC-Hacks/hack-a5a4072f-wither-ai/blob/main/results/final/result.json</a:t>
            </a:r>
          </a:p>
          <a:p xmlns:a="http://schemas.openxmlformats.org/drawingml/2006/main">
            <a:r>
              <a:t>https://github.com/BAITC-Hacks/hack-a5a4072f-wither-ai/blob/main/results/final/checks.json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  <a:p xmlns:a="http://schemas.openxmlformats.org/drawingml/2006/main">
            <a:r>
              <a:t>Среднее двух запусков и медиана для двух значений совпадают. Base: 77.73 и 86.54 с. Solution: 45.79 и 47.33 с. Пик каждого solution 3959 MiB. Eval: base 2.04967, solution 2.04964. Показатели из проверенного raw result.json, а не из времени Quick Save в интерфейсе Kaggle.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экране исходные проверки организаторов. Все десять прошли. Наши кернелы занимают минимум четырнадцать целых четыре десятых процента времени обучения. Семьдесят девять регрессионных тестов Суп прошли. Тесты решения: четыреста шестнадцать успешных и один пропуск. Время компиляции входит в измерение.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https://github.com/BAITC-Hacks/hack-a5a4072f-wither-ai/blob/a5d04eee1d8988c2b73cf5adeb9c82440ca5c0e2/solution</a:t>
            </a:r>
          </a:p>
          <a:p xmlns:a="http://schemas.openxmlformats.org/drawingml/2006/main">
            <a:r>
              <a:t>https://github.com/BAITC-Hacks/hack-a5a4072f-wither-ai/blob/main/results/final/result.json</a:t>
            </a:r>
          </a:p>
          <a:p xmlns:a="http://schemas.openxmlformats.org/drawingml/2006/main">
            <a:r>
              <a:t>https://github.com/BAITC-Hacks/hack-a5a4072f-wither-ai/blob/main/results/final/checks.json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  <a:p xmlns:a="http://schemas.openxmlformats.org/drawingml/2006/main">
            <a:r>
              <a:t>Скриншот реального публичного Kaggle, сохранён 31.10.2026. Десять проверок: завершение 2×2; допустимые библиотеки; собственные JIT; доля ≥5%; та же задача и выходы; loss curve; eval; время и память; чистый замер; регрессии Soup. Это снимок завершённого исполнения через NotebookClient, сохранённый Quick Save с выводами. Отдельный Save &amp; Run All остаётся в очереди; его завершение не заявляем.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повторения откройте официальный репозиторий команды и публичный ноутбук по ссылкам в описании. В нём закреплён точный коммит. Выберите Тэ четыре, включите интернет и разрешённый секрет для доступа к репозиторию, затем выполните все ячейки. Скрипты измерения, задача и тесты организаторов сохранены без изменений.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https://github.com/BAITC-Hacks/hack-a5a4072f-wither-ai/blob/a5d04eee1d8988c2b73cf5adeb9c82440ca5c0e2/solution</a:t>
            </a:r>
          </a:p>
          <a:p xmlns:a="http://schemas.openxmlformats.org/drawingml/2006/main">
            <a:r>
              <a:t>https://github.com/BAITC-Hacks/hack-a5a4072f-wither-ai/blob/main/results/final/result.json</a:t>
            </a:r>
          </a:p>
          <a:p xmlns:a="http://schemas.openxmlformats.org/drawingml/2006/main">
            <a:r>
              <a:t>https://github.com/BAITC-Hacks/hack-a5a4072f-wither-ai/blob/main/results/final/checks.json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  <a:p xmlns:a="http://schemas.openxmlformats.org/drawingml/2006/main">
            <a:r>
              <a:t>Пакет solution.apply() подключает патчи. Notebook сначала проверяет SHA-256 52 файлов решения и 15 файлов harness/task/tests, затем устанавливает зависимости до измерения. Полный официальный commit a5d04eee1d8988c2b73cf5adeb9c82440ca5c0e2.</a:t>
            </a:r>
          </a:p>
          <a:p xmlns:a="http://schemas.openxmlformats.org/drawingml/2006/main">
            <a:r>
              <a:t>Секрет не печатается и не сохраняется в репозитории. Публичный notebook не раскрывает секрет автора; для своего запуска требуется разрешённый доступ к private репозиторию.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обзор сохранённого запуска на Каггл Тэ четыре. Мы не заявляем двадцать секунд или пятьсот мебибайт. Скрытые строки и другой сид проверит жюри. Исходный код, результаты, ограничения и вклад четырёх участников доступны в финальном пакете.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https://github.com/BAITC-Hacks/hack-a5a4072f-wither-ai/blob/a5d04eee1d8988c2b73cf5adeb9c82440ca5c0e2/solution</a:t>
            </a:r>
          </a:p>
          <a:p xmlns:a="http://schemas.openxmlformats.org/drawingml/2006/main">
            <a:r>
              <a:t>https://github.com/BAITC-Hacks/hack-a5a4072f-wither-ai/blob/main/results/final/result.json</a:t>
            </a:r>
          </a:p>
          <a:p xmlns:a="http://schemas.openxmlformats.org/drawingml/2006/main">
            <a:r>
              <a:t>https://github.com/BAITC-Hacks/hack-a5a4072f-wither-ai/blob/main/results/final/checks.json</a:t>
            </a:r>
          </a:p>
          <a:p xmlns:a="http://schemas.openxmlformats.org/drawingml/2006/main">
            <a:r>
              <a:t>https://www.kaggle.com/code/nellzmi/ivnex-v69-verified-t4-results?scriptVersionId=364282526</a:t>
            </a:r>
          </a:p>
          <a:p xmlns:a="http://schemas.openxmlformats.org/drawingml/2006/main">
            <a:r>
              <a:t>Подробное авторство общих компонентов: Владимир — интеграция unpadding/residual/RoPE/head; Мерей — арифметика NF4/RMSNorm, AMP/метрики и guards; Нұржігіт — интеграция хранения frozen weights, lifetime и rematerialization/cache; Анаис — командные альтернативные исследования. Не заявляем победу или результат скрытого seed. Озвучка демо синтетическая; это обзор сохранённого запуска, а не запись нового фонового исполнения.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98ad785fd44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b993532034b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7f38efb214c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d0e1bc2f140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a309962c046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f01b376ab4d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536DAD-D9C3-4615-9ED3-2CD1BB033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9B2B9A-4DA8-4D27-A535-557EC61A7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779384-0A77-45C1-AF9B-5B136589A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29FD9B-1E16-4C58-A8CE-ED733B6C0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8D115B-5CFC-4C1B-A2D7-6D1B5ED7C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C63D97-B188-40F2-A23F-7EB3EFA4B7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E6B86E-5366-4D98-BF01-DD504E5C3E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8FF817-1C16-4506-B479-095AED17C4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D1AC19-A930-4645-BE11-8C5463C99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02234-6768-40AD-974D-104A500A9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df8dd9d8654efe" /><Relationship Type="http://schemas.openxmlformats.org/officeDocument/2006/relationships/slideLayout" Target="/ppt/slideLayouts/slideLayout1.xml" Id="Re42181a7fad44c3e" /><Relationship Type="http://schemas.openxmlformats.org/officeDocument/2006/relationships/slideLayout" Target="/ppt/slideLayouts/slideLayout2.xml" Id="Rce409af3eccd432a" /><Relationship Type="http://schemas.openxmlformats.org/officeDocument/2006/relationships/slideLayout" Target="/ppt/slideLayouts/slideLayout3.xml" Id="R783f72ead84246d0" /><Relationship Type="http://schemas.openxmlformats.org/officeDocument/2006/relationships/slideLayout" Target="/ppt/slideLayouts/slideLayout4.xml" Id="R262378b811174f06" /><Relationship Type="http://schemas.openxmlformats.org/officeDocument/2006/relationships/slideLayout" Target="/ppt/slideLayouts/slideLayout5.xml" Id="Rd61593fb84784c4c" /><Relationship Type="http://schemas.openxmlformats.org/officeDocument/2006/relationships/slideLayout" Target="/ppt/slideLayouts/slideLayout6.xml" Id="R771f5ed67ff5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181a7fad44c3e"/>
    <p:sldLayoutId xmlns:r="http://schemas.openxmlformats.org/officeDocument/2006/relationships" id="2147483650" r:id="Rce409af3eccd432a"/>
    <p:sldLayoutId xmlns:r="http://schemas.openxmlformats.org/officeDocument/2006/relationships" id="2147483651" r:id="R783f72ead84246d0"/>
    <p:sldLayoutId xmlns:r="http://schemas.openxmlformats.org/officeDocument/2006/relationships" id="2147483652" r:id="R262378b811174f06"/>
    <p:sldLayoutId xmlns:r="http://schemas.openxmlformats.org/officeDocument/2006/relationships" id="2147483653" r:id="Rd61593fb84784c4c"/>
    <p:sldLayoutId xmlns:r="http://schemas.openxmlformats.org/officeDocument/2006/relationships" id="2147483654" r:id="R771f5ed67ff5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81913ec1844896" /><Relationship Type="http://schemas.openxmlformats.org/officeDocument/2006/relationships/notesSlide" Target="/ppt/notesSlides/notesSlide1.xml" Id="Reb96291cdb9e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d722aea6e47d7" /><Relationship Type="http://schemas.openxmlformats.org/officeDocument/2006/relationships/notesSlide" Target="/ppt/notesSlides/notesSlide2.xml" Id="R73c1f581d0ec45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a06690beb4544" /><Relationship Type="http://schemas.openxmlformats.org/officeDocument/2006/relationships/notesSlide" Target="/ppt/notesSlides/notesSlide3.xml" Id="R161a39f9542e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d22a2f3df48bb" /><Relationship Type="http://schemas.openxmlformats.org/officeDocument/2006/relationships/notesSlide" Target="/ppt/notesSlides/notesSlide4.xml" Id="R5986e4402e94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89b2973ca4aee" /><Relationship Type="http://schemas.openxmlformats.org/officeDocument/2006/relationships/chart" Target="/ppt/slides/charts/chart1.xml" Id="Rc0126142f7f94bab" /><Relationship Type="http://schemas.openxmlformats.org/officeDocument/2006/relationships/chart" Target="/ppt/slides/charts/chart2.xml" Id="R0a95d7e2e7ad455a" /><Relationship Type="http://schemas.openxmlformats.org/officeDocument/2006/relationships/notesSlide" Target="/ppt/notesSlides/notesSlide5.xml" Id="R2c430caa45444f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7410ce3e74431" /><Relationship Type="http://schemas.openxmlformats.org/officeDocument/2006/relationships/image" Target="/ppt/media/image.jpeg" Id="R6b24a05ce3b04e34" /><Relationship Type="http://schemas.openxmlformats.org/officeDocument/2006/relationships/notesSlide" Target="/ppt/notesSlides/notesSlide6.xml" Id="R2aba21e5742840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c249aece44c2d" /><Relationship Type="http://schemas.openxmlformats.org/officeDocument/2006/relationships/notesSlide" Target="/ppt/notesSlides/notesSlide7.xml" Id="Rb29d1895fb534f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576c85dd9424b" /><Relationship Type="http://schemas.openxmlformats.org/officeDocument/2006/relationships/hyperlink" Target="https://github.com/BAITC-Hacks/hack-a5a4072f-wither-ai" TargetMode="External" Id="Rf56d1c9b95234470" /><Relationship Type="http://schemas.openxmlformats.org/officeDocument/2006/relationships/hyperlink" Target="https://www.kaggle.com/code/nellzmi/ivnex-v69-verified-t4-results?scriptVersionId=364282526" TargetMode="External" Id="R9b0ce09c18d64a81" /><Relationship Type="http://schemas.openxmlformats.org/officeDocument/2006/relationships/notesSlide" Target="/ppt/notesSlides/notesSlide8.xml" Id="Rd7b1d0fa57bd43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Время, с</c:v>
          </c:tx>
          <c:spPr>
            <a:solidFill xmlns:a="http://schemas.openxmlformats.org/drawingml/2006/main">
              <a:srgbClr val="2DDBC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74859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DDBC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Base Soup</c:v>
                </c:pt>
                <c:pt idx="1">
                  <c:v>v69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82.14</c:v>
                </c:pt>
                <c:pt idx="1">
                  <c:v>46.56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3F6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4465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4465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C2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C2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Пиковая GPU-память, MiB</c:v>
          </c:tx>
          <c:spPr>
            <a:solidFill xmlns:a="http://schemas.openxmlformats.org/drawingml/2006/main">
              <a:srgbClr val="2DDBC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74859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DDBC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Base Soup</c:v>
                </c:pt>
                <c:pt idx="1">
                  <c:v>v69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14345</c:v>
                </c:pt>
                <c:pt idx="1">
                  <c:v>3959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3F6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4465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7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4465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C2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C2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obj-1">
            <a:extLst xmlns:a="http://schemas.openxmlformats.org/drawingml/2006/main">
              <a:ext uri="{FF2B5EF4-FFF2-40B4-BE49-F238E27FC236}">
                <a16:creationId xmlns:a16="http://schemas.microsoft.com/office/drawing/2014/main" id="{BE1E724C-D02F-433A-94B0-D3048EC0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2" name="obj-2">
            <a:extLst xmlns:a="http://schemas.openxmlformats.org/drawingml/2006/main">
              <a:ext uri="{FF2B5EF4-FFF2-40B4-BE49-F238E27FC236}">
                <a16:creationId xmlns:a16="http://schemas.microsoft.com/office/drawing/2014/main" id="{094991F1-1625-4A70-BF68-139A5A7E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Кернелы для LoRA</a:t>
            </a:r>
          </a:p>
          <a:p xmlns:a="http://schemas.openxmlformats.org/drawingml/2006/main">
            <a:pPr>
              <a:defRPr sz="48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на бесплатной T4</a:t>
            </a:r>
          </a:p>
        </p:txBody>
      </p:sp>
      <p:sp>
        <p:nvSpPr>
          <p:cNvPr id="3" name="obj-3">
            <a:extLst xmlns:a="http://schemas.openxmlformats.org/drawingml/2006/main">
              <a:ext uri="{FF2B5EF4-FFF2-40B4-BE49-F238E27FC236}">
                <a16:creationId xmlns:a16="http://schemas.microsoft.com/office/drawing/2014/main" id="{537EF21C-6660-4B1A-BBA7-2C29963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DDBC2"/>
                </a:solidFill>
                <a:latin typeface="Arial"/>
                <a:ea typeface="Arial"/>
                <a:cs typeface="Arial"/>
              </a:rPr>
              <a:t>Soup Kernel Challenge · Decentrathon 6.0</a:t>
            </a:r>
          </a:p>
        </p:txBody>
      </p:sp>
      <p:sp>
        <p:nvSpPr>
          <p:cNvPr id="4" name="obj-4">
            <a:extLst xmlns:a="http://schemas.openxmlformats.org/drawingml/2006/main">
              <a:ext uri="{FF2B5EF4-FFF2-40B4-BE49-F238E27FC236}">
                <a16:creationId xmlns:a16="http://schemas.microsoft.com/office/drawing/2014/main" id="{E2C754B9-DADA-4EE9-B022-5CFFFC3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Qwen2.5-1.5B-Instruct / Soup 0.77.0</a:t>
            </a:r>
          </a:p>
        </p:txBody>
      </p:sp>
      <p:sp>
        <p:nvSpPr>
          <p:cNvPr id="5" name="obj-5">
            <a:extLst xmlns:a="http://schemas.openxmlformats.org/drawingml/2006/main">
              <a:ext uri="{FF2B5EF4-FFF2-40B4-BE49-F238E27FC236}">
                <a16:creationId xmlns:a16="http://schemas.microsoft.com/office/drawing/2014/main" id="{32010CBF-CF87-41F1-9EE0-3844E17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Нұржігіт     Мерей     Владимир     Анаис</a:t>
            </a:r>
          </a:p>
        </p:txBody>
      </p:sp>
      <p:sp>
        <p:nvSpPr>
          <p:cNvPr id="6" name="obj-6">
            <a:extLst xmlns:a="http://schemas.openxmlformats.org/drawingml/2006/main">
              <a:ext uri="{FF2B5EF4-FFF2-40B4-BE49-F238E27FC236}">
                <a16:creationId xmlns:a16="http://schemas.microsoft.com/office/drawing/2014/main" id="{F7A6D69E-B041-4D47-9274-311AF19A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j-7">
            <a:extLst xmlns:a="http://schemas.openxmlformats.org/drawingml/2006/main">
              <a:ext uri="{FF2B5EF4-FFF2-40B4-BE49-F238E27FC236}">
                <a16:creationId xmlns:a16="http://schemas.microsoft.com/office/drawing/2014/main" id="{7D9F1A14-9FC7-4111-96BB-D3526E6F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-8">
            <a:extLst xmlns:a="http://schemas.openxmlformats.org/drawingml/2006/main">
              <a:ext uri="{FF2B5EF4-FFF2-40B4-BE49-F238E27FC236}">
                <a16:creationId xmlns:a16="http://schemas.microsoft.com/office/drawing/2014/main" id="{DADAF092-964D-42E6-9439-B8854A08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-9">
            <a:extLst xmlns:a="http://schemas.openxmlformats.org/drawingml/2006/main">
              <a:ext uri="{FF2B5EF4-FFF2-40B4-BE49-F238E27FC236}">
                <a16:creationId xmlns:a16="http://schemas.microsoft.com/office/drawing/2014/main" id="{7A57CCB4-1617-4ECA-A3D2-D17FDAB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-10">
            <a:extLst xmlns:a="http://schemas.openxmlformats.org/drawingml/2006/main">
              <a:ext uri="{FF2B5EF4-FFF2-40B4-BE49-F238E27FC236}">
                <a16:creationId xmlns:a16="http://schemas.microsoft.com/office/drawing/2014/main" id="{2E9D65E3-050A-4A35-8C12-F19B1C18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-11">
            <a:extLst xmlns:a="http://schemas.openxmlformats.org/drawingml/2006/main">
              <a:ext uri="{FF2B5EF4-FFF2-40B4-BE49-F238E27FC236}">
                <a16:creationId xmlns:a16="http://schemas.microsoft.com/office/drawing/2014/main" id="{897764FA-534E-4ADD-A00D-C24D4450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24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bj-12">
            <a:extLst xmlns:a="http://schemas.openxmlformats.org/drawingml/2006/main">
              <a:ext uri="{FF2B5EF4-FFF2-40B4-BE49-F238E27FC236}">
                <a16:creationId xmlns:a16="http://schemas.microsoft.com/office/drawing/2014/main" id="{D891D98D-5132-4F09-A9B6-B1DE9717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24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-13">
            <a:extLst xmlns:a="http://schemas.openxmlformats.org/drawingml/2006/main">
              <a:ext uri="{FF2B5EF4-FFF2-40B4-BE49-F238E27FC236}">
                <a16:creationId xmlns:a16="http://schemas.microsoft.com/office/drawing/2014/main" id="{2BBC25CB-2F1E-482A-B91A-2DC2792E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-14">
            <a:extLst xmlns:a="http://schemas.openxmlformats.org/drawingml/2006/main">
              <a:ext uri="{FF2B5EF4-FFF2-40B4-BE49-F238E27FC236}">
                <a16:creationId xmlns:a16="http://schemas.microsoft.com/office/drawing/2014/main" id="{2C53F375-E95F-4AD3-A7BE-7BA14275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bj-15">
            <a:extLst xmlns:a="http://schemas.openxmlformats.org/drawingml/2006/main">
              <a:ext uri="{FF2B5EF4-FFF2-40B4-BE49-F238E27FC236}">
                <a16:creationId xmlns:a16="http://schemas.microsoft.com/office/drawing/2014/main" id="{0B224BE6-9BE9-48FC-9382-3ECE30A5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48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-16">
            <a:extLst xmlns:a="http://schemas.openxmlformats.org/drawingml/2006/main">
              <a:ext uri="{FF2B5EF4-FFF2-40B4-BE49-F238E27FC236}">
                <a16:creationId xmlns:a16="http://schemas.microsoft.com/office/drawing/2014/main" id="{32C07DDB-DD67-43DD-A0F5-0E8B7697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48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bj-17">
            <a:extLst xmlns:a="http://schemas.openxmlformats.org/drawingml/2006/main">
              <a:ext uri="{FF2B5EF4-FFF2-40B4-BE49-F238E27FC236}">
                <a16:creationId xmlns:a16="http://schemas.microsoft.com/office/drawing/2014/main" id="{B66C02D0-4A6C-4919-A70D-94AD41D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48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-18">
            <a:extLst xmlns:a="http://schemas.openxmlformats.org/drawingml/2006/main">
              <a:ext uri="{FF2B5EF4-FFF2-40B4-BE49-F238E27FC236}">
                <a16:creationId xmlns:a16="http://schemas.microsoft.com/office/drawing/2014/main" id="{324CDD88-8081-4205-8B7C-2BC7274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-19">
            <a:extLst xmlns:a="http://schemas.openxmlformats.org/drawingml/2006/main">
              <a:ext uri="{FF2B5EF4-FFF2-40B4-BE49-F238E27FC236}">
                <a16:creationId xmlns:a16="http://schemas.microsoft.com/office/drawing/2014/main" id="{95222E81-20DF-43A4-A3FB-4B601330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j-20">
            <a:extLst xmlns:a="http://schemas.openxmlformats.org/drawingml/2006/main">
              <a:ext uri="{FF2B5EF4-FFF2-40B4-BE49-F238E27FC236}">
                <a16:creationId xmlns:a16="http://schemas.microsoft.com/office/drawing/2014/main" id="{08BAAD49-F86B-4E61-8AE3-794AE622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bj-21">
            <a:extLst xmlns:a="http://schemas.openxmlformats.org/drawingml/2006/main">
              <a:ext uri="{FF2B5EF4-FFF2-40B4-BE49-F238E27FC236}">
                <a16:creationId xmlns:a16="http://schemas.microsoft.com/office/drawing/2014/main" id="{047A5674-B5F4-4D41-B24B-CD17A04D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-22">
            <a:extLst xmlns:a="http://schemas.openxmlformats.org/drawingml/2006/main">
              <a:ext uri="{FF2B5EF4-FFF2-40B4-BE49-F238E27FC236}">
                <a16:creationId xmlns:a16="http://schemas.microsoft.com/office/drawing/2014/main" id="{C5191C2E-5F9B-4644-8083-8688579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bj-23">
            <a:extLst xmlns:a="http://schemas.openxmlformats.org/drawingml/2006/main">
              <a:ext uri="{FF2B5EF4-FFF2-40B4-BE49-F238E27FC236}">
                <a16:creationId xmlns:a16="http://schemas.microsoft.com/office/drawing/2014/main" id="{F491CEC6-29AE-4ABF-8F91-4A58086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bj-24">
            <a:extLst xmlns:a="http://schemas.openxmlformats.org/drawingml/2006/main">
              <a:ext uri="{FF2B5EF4-FFF2-40B4-BE49-F238E27FC236}">
                <a16:creationId xmlns:a16="http://schemas.microsoft.com/office/drawing/2014/main" id="{0E074CB1-89E2-4D10-839E-D8A3C206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-25">
            <a:extLst xmlns:a="http://schemas.openxmlformats.org/drawingml/2006/main">
              <a:ext uri="{FF2B5EF4-FFF2-40B4-BE49-F238E27FC236}">
                <a16:creationId xmlns:a16="http://schemas.microsoft.com/office/drawing/2014/main" id="{CD431CE6-74DB-4C33-808C-D63F69E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bj-26">
            <a:extLst xmlns:a="http://schemas.openxmlformats.org/drawingml/2006/main">
              <a:ext uri="{FF2B5EF4-FFF2-40B4-BE49-F238E27FC236}">
                <a16:creationId xmlns:a16="http://schemas.microsoft.com/office/drawing/2014/main" id="{3998CA60-4811-4EDD-99DF-5A87F088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bj-27">
            <a:extLst xmlns:a="http://schemas.openxmlformats.org/drawingml/2006/main">
              <a:ext uri="{FF2B5EF4-FFF2-40B4-BE49-F238E27FC236}">
                <a16:creationId xmlns:a16="http://schemas.microsoft.com/office/drawing/2014/main" id="{FB7527E0-1B9A-4DDE-B90D-FF51C0C2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-28">
            <a:extLst xmlns:a="http://schemas.openxmlformats.org/drawingml/2006/main">
              <a:ext uri="{FF2B5EF4-FFF2-40B4-BE49-F238E27FC236}">
                <a16:creationId xmlns:a16="http://schemas.microsoft.com/office/drawing/2014/main" id="{839E18E9-CE7F-4C15-A49B-4E1FCF6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bj-29">
            <a:extLst xmlns:a="http://schemas.openxmlformats.org/drawingml/2006/main">
              <a:ext uri="{FF2B5EF4-FFF2-40B4-BE49-F238E27FC236}">
                <a16:creationId xmlns:a16="http://schemas.microsoft.com/office/drawing/2014/main" id="{6AEC238B-EB1A-4D5A-B03C-D4B39A60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4689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obj-30">
            <a:extLst xmlns:a="http://schemas.openxmlformats.org/drawingml/2006/main">
              <a:ext uri="{FF2B5EF4-FFF2-40B4-BE49-F238E27FC236}">
                <a16:creationId xmlns:a16="http://schemas.microsoft.com/office/drawing/2014/main" id="{BAC9A95B-C852-49F9-A131-03F3494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Фиксированная задача</a:t>
            </a:r>
          </a:p>
        </p:txBody>
      </p:sp>
      <p:sp>
        <p:nvSpPr>
          <p:cNvPr id="2" name="obj-31">
            <a:extLst xmlns:a="http://schemas.openxmlformats.org/drawingml/2006/main">
              <a:ext uri="{FF2B5EF4-FFF2-40B4-BE49-F238E27FC236}">
                <a16:creationId xmlns:a16="http://schemas.microsoft.com/office/drawing/2014/main" id="{AF73DB40-BFCB-4718-B7C0-BD886548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-32">
            <a:extLst xmlns:a="http://schemas.openxmlformats.org/drawingml/2006/main">
              <a:ext uri="{FF2B5EF4-FFF2-40B4-BE49-F238E27FC236}">
                <a16:creationId xmlns:a16="http://schemas.microsoft.com/office/drawing/2014/main" id="{9E695241-7A03-4F3F-B43A-372D2C8D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4" name="obj-33">
            <a:extLst xmlns:a="http://schemas.openxmlformats.org/drawingml/2006/main">
              <a:ext uri="{FF2B5EF4-FFF2-40B4-BE49-F238E27FC236}">
                <a16:creationId xmlns:a16="http://schemas.microsoft.com/office/drawing/2014/main" id="{BDEC31FC-4FA8-4454-A672-76672062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  <p:sp>
        <p:nvSpPr>
          <p:cNvPr id="5" name="obj-34">
            <a:extLst xmlns:a="http://schemas.openxmlformats.org/drawingml/2006/main">
              <a:ext uri="{FF2B5EF4-FFF2-40B4-BE49-F238E27FC236}">
                <a16:creationId xmlns:a16="http://schemas.microsoft.com/office/drawing/2014/main" id="{A09931BE-5236-4865-803D-F0E2C30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14 345 MiB</a:t>
            </a:r>
          </a:p>
        </p:txBody>
      </p:sp>
      <p:sp>
        <p:nvSpPr>
          <p:cNvPr id="6" name="obj-35">
            <a:extLst xmlns:a="http://schemas.openxmlformats.org/drawingml/2006/main">
              <a:ext uri="{FF2B5EF4-FFF2-40B4-BE49-F238E27FC236}">
                <a16:creationId xmlns:a16="http://schemas.microsoft.com/office/drawing/2014/main" id="{4D49F73B-CEDC-4B09-A95A-BC3224C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пик памяти базового Soup</a:t>
            </a:r>
          </a:p>
        </p:txBody>
      </p:sp>
      <p:sp>
        <p:nvSpPr>
          <p:cNvPr id="7" name="obj-36">
            <a:extLst xmlns:a="http://schemas.openxmlformats.org/drawingml/2006/main">
              <a:ext uri="{FF2B5EF4-FFF2-40B4-BE49-F238E27FC236}">
                <a16:creationId xmlns:a16="http://schemas.microsoft.com/office/drawing/2014/main" id="{FDD7809A-728B-4976-A896-51DBBC96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82,14 с</a:t>
            </a:r>
          </a:p>
        </p:txBody>
      </p:sp>
      <p:sp>
        <p:nvSpPr>
          <p:cNvPr id="8" name="obj-37">
            <a:extLst xmlns:a="http://schemas.openxmlformats.org/drawingml/2006/main">
              <a:ext uri="{FF2B5EF4-FFF2-40B4-BE49-F238E27FC236}">
                <a16:creationId xmlns:a16="http://schemas.microsoft.com/office/drawing/2014/main" id="{E30F7040-7539-4E51-8EF1-A4A29DE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полная команда обучения</a:t>
            </a:r>
          </a:p>
        </p:txBody>
      </p:sp>
      <p:sp>
        <p:nvSpPr>
          <p:cNvPr id="9" name="obj-38">
            <a:extLst xmlns:a="http://schemas.openxmlformats.org/drawingml/2006/main">
              <a:ext uri="{FF2B5EF4-FFF2-40B4-BE49-F238E27FC236}">
                <a16:creationId xmlns:a16="http://schemas.microsoft.com/office/drawing/2014/main" id="{0FEEACE1-2F5D-4335-8E02-F0EF08A2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2880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-39">
            <a:extLst xmlns:a="http://schemas.openxmlformats.org/drawingml/2006/main">
              <a:ext uri="{FF2B5EF4-FFF2-40B4-BE49-F238E27FC236}">
                <a16:creationId xmlns:a16="http://schemas.microsoft.com/office/drawing/2014/main" id="{98A2762A-E100-427D-A849-D6AB3899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1" name="obj-40">
            <a:extLst xmlns:a="http://schemas.openxmlformats.org/drawingml/2006/main">
              <a:ext uri="{FF2B5EF4-FFF2-40B4-BE49-F238E27FC236}">
                <a16:creationId xmlns:a16="http://schemas.microsoft.com/office/drawing/2014/main" id="{63E53C81-4F48-43F9-8593-261B8382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Qwen2.5-1.5B-Instruct</a:t>
            </a:r>
          </a:p>
        </p:txBody>
      </p:sp>
      <p:sp>
        <p:nvSpPr>
          <p:cNvPr id="12" name="obj-41">
            <a:extLst xmlns:a="http://schemas.openxmlformats.org/drawingml/2006/main">
              <a:ext uri="{FF2B5EF4-FFF2-40B4-BE49-F238E27FC236}">
                <a16:creationId xmlns:a16="http://schemas.microsoft.com/office/drawing/2014/main" id="{16BA40BD-1CAB-4267-831D-983E0968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Адаптация</a:t>
            </a:r>
          </a:p>
        </p:txBody>
      </p:sp>
      <p:sp>
        <p:nvSpPr>
          <p:cNvPr id="13" name="obj-42">
            <a:extLst xmlns:a="http://schemas.openxmlformats.org/drawingml/2006/main">
              <a:ext uri="{FF2B5EF4-FFF2-40B4-BE49-F238E27FC236}">
                <a16:creationId xmlns:a16="http://schemas.microsoft.com/office/drawing/2014/main" id="{9C739381-5818-40BB-864A-14EFDAD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NF4, LoRA r=16 / q_proj + v_proj</a:t>
            </a:r>
          </a:p>
        </p:txBody>
      </p:sp>
      <p:sp>
        <p:nvSpPr>
          <p:cNvPr id="14" name="obj-43">
            <a:extLst xmlns:a="http://schemas.openxmlformats.org/drawingml/2006/main">
              <a:ext uri="{FF2B5EF4-FFF2-40B4-BE49-F238E27FC236}">
                <a16:creationId xmlns:a16="http://schemas.microsoft.com/office/drawing/2014/main" id="{A4562B66-EAA2-4C8F-84ED-8CA529A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5" name="obj-44">
            <a:extLst xmlns:a="http://schemas.openxmlformats.org/drawingml/2006/main">
              <a:ext uri="{FF2B5EF4-FFF2-40B4-BE49-F238E27FC236}">
                <a16:creationId xmlns:a16="http://schemas.microsoft.com/office/drawing/2014/main" id="{31CE8D4F-F2A9-4EC7-B6AE-5D3246B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256 казахских инструкций</a:t>
            </a:r>
          </a:p>
        </p:txBody>
      </p:sp>
      <p:sp>
        <p:nvSpPr>
          <p:cNvPr id="16" name="obj-45">
            <a:extLst xmlns:a="http://schemas.openxmlformats.org/drawingml/2006/main">
              <a:ext uri="{FF2B5EF4-FFF2-40B4-BE49-F238E27FC236}">
                <a16:creationId xmlns:a16="http://schemas.microsoft.com/office/drawing/2014/main" id="{43185755-EA99-4F89-88D3-DBF8B31C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9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Обучение</a:t>
            </a:r>
          </a:p>
        </p:txBody>
      </p:sp>
      <p:sp>
        <p:nvSpPr>
          <p:cNvPr id="17" name="obj-46">
            <a:extLst xmlns:a="http://schemas.openxmlformats.org/drawingml/2006/main">
              <a:ext uri="{FF2B5EF4-FFF2-40B4-BE49-F238E27FC236}">
                <a16:creationId xmlns:a16="http://schemas.microsoft.com/office/drawing/2014/main" id="{02765D4F-0174-4F9E-A6B6-EED4033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batch 4 / seq ≤512 / 64 шага</a:t>
            </a:r>
          </a:p>
        </p:txBody>
      </p:sp>
      <p:sp>
        <p:nvSpPr>
          <p:cNvPr id="18" name="obj-47">
            <a:extLst xmlns:a="http://schemas.openxmlformats.org/drawingml/2006/main">
              <a:ext uri="{FF2B5EF4-FFF2-40B4-BE49-F238E27FC236}">
                <a16:creationId xmlns:a16="http://schemas.microsoft.com/office/drawing/2014/main" id="{4FD464C2-75B4-4077-8F64-B471BED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57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Платформа</a:t>
            </a:r>
          </a:p>
        </p:txBody>
      </p:sp>
      <p:sp>
        <p:nvSpPr>
          <p:cNvPr id="19" name="obj-48">
            <a:extLst xmlns:a="http://schemas.openxmlformats.org/drawingml/2006/main">
              <a:ext uri="{FF2B5EF4-FFF2-40B4-BE49-F238E27FC236}">
                <a16:creationId xmlns:a16="http://schemas.microsoft.com/office/drawing/2014/main" id="{F5FC4645-4A17-427F-ABC0-CB748B29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625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одна Tesla T4, FP16</a:t>
            </a:r>
          </a:p>
        </p:txBody>
      </p:sp>
    </p:spTree>
    <p:extLst>
      <p:ext uri="{BB962C8B-B14F-4D97-AF65-F5344CB8AC3E}">
        <p14:creationId xmlns:p14="http://schemas.microsoft.com/office/powerpoint/2010/main" val="227196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obj-49">
            <a:extLst xmlns:a="http://schemas.openxmlformats.org/drawingml/2006/main">
              <a:ext uri="{FF2B5EF4-FFF2-40B4-BE49-F238E27FC236}">
                <a16:creationId xmlns:a16="http://schemas.microsoft.com/office/drawing/2014/main" id="{A4B3E6F1-C2B7-41A1-B37D-7070F691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Обработка внутри исходного батча</a:t>
            </a:r>
          </a:p>
        </p:txBody>
      </p:sp>
      <p:sp>
        <p:nvSpPr>
          <p:cNvPr id="2" name="obj-50">
            <a:extLst xmlns:a="http://schemas.openxmlformats.org/drawingml/2006/main">
              <a:ext uri="{FF2B5EF4-FFF2-40B4-BE49-F238E27FC236}">
                <a16:creationId xmlns:a16="http://schemas.microsoft.com/office/drawing/2014/main" id="{F156B066-A7C7-4DD2-8F10-96EE7368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-51">
            <a:extLst xmlns:a="http://schemas.openxmlformats.org/drawingml/2006/main">
              <a:ext uri="{FF2B5EF4-FFF2-40B4-BE49-F238E27FC236}">
                <a16:creationId xmlns:a16="http://schemas.microsoft.com/office/drawing/2014/main" id="{0809A315-D695-430E-ACAA-A2D0B846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4" name="obj-52">
            <a:extLst xmlns:a="http://schemas.openxmlformats.org/drawingml/2006/main">
              <a:ext uri="{FF2B5EF4-FFF2-40B4-BE49-F238E27FC236}">
                <a16:creationId xmlns:a16="http://schemas.microsoft.com/office/drawing/2014/main" id="{79141FC9-C728-4619-94BD-64CFB67B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sp>
        <p:nvSpPr>
          <p:cNvPr id="5" name="obj-53">
            <a:extLst xmlns:a="http://schemas.openxmlformats.org/drawingml/2006/main">
              <a:ext uri="{FF2B5EF4-FFF2-40B4-BE49-F238E27FC236}">
                <a16:creationId xmlns:a16="http://schemas.microsoft.com/office/drawing/2014/main" id="{CECAF08C-635B-4D3B-A240-A4CCEC1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Исходный батч</a:t>
            </a:r>
          </a:p>
        </p:txBody>
      </p:sp>
      <p:sp>
        <p:nvSpPr>
          <p:cNvPr id="6" name="obj-54">
            <a:extLst xmlns:a="http://schemas.openxmlformats.org/drawingml/2006/main">
              <a:ext uri="{FF2B5EF4-FFF2-40B4-BE49-F238E27FC236}">
                <a16:creationId xmlns:a16="http://schemas.microsoft.com/office/drawing/2014/main" id="{DC5FFE0C-5A47-4AD9-B579-AA4E0B1F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Реальные токены</a:t>
            </a:r>
          </a:p>
        </p:txBody>
      </p:sp>
      <p:sp>
        <p:nvSpPr>
          <p:cNvPr id="7" name="obj-55">
            <a:extLst xmlns:a="http://schemas.openxmlformats.org/drawingml/2006/main">
              <a:ext uri="{FF2B5EF4-FFF2-40B4-BE49-F238E27FC236}">
                <a16:creationId xmlns:a16="http://schemas.microsoft.com/office/drawing/2014/main" id="{5BCE5BCC-1486-4BB9-B378-1CA7CBD0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-56">
            <a:extLst xmlns:a="http://schemas.openxmlformats.org/drawingml/2006/main">
              <a:ext uri="{FF2B5EF4-FFF2-40B4-BE49-F238E27FC236}">
                <a16:creationId xmlns:a16="http://schemas.microsoft.com/office/drawing/2014/main" id="{D6DDBAC9-A4DA-419E-B39B-03399A8B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-57">
            <a:extLst xmlns:a="http://schemas.openxmlformats.org/drawingml/2006/main">
              <a:ext uri="{FF2B5EF4-FFF2-40B4-BE49-F238E27FC236}">
                <a16:creationId xmlns:a16="http://schemas.microsoft.com/office/drawing/2014/main" id="{DBA91DAE-2645-4624-9CA7-1FBF181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-58">
            <a:extLst xmlns:a="http://schemas.openxmlformats.org/drawingml/2006/main">
              <a:ext uri="{FF2B5EF4-FFF2-40B4-BE49-F238E27FC236}">
                <a16:creationId xmlns:a16="http://schemas.microsoft.com/office/drawing/2014/main" id="{EA118DD8-F17D-40BF-AA0B-8795AEA1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-59">
            <a:extLst xmlns:a="http://schemas.openxmlformats.org/drawingml/2006/main">
              <a:ext uri="{FF2B5EF4-FFF2-40B4-BE49-F238E27FC236}">
                <a16:creationId xmlns:a16="http://schemas.microsoft.com/office/drawing/2014/main" id="{4369ED66-B577-4041-BECB-12C9E85F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bj-60">
            <a:extLst xmlns:a="http://schemas.openxmlformats.org/drawingml/2006/main">
              <a:ext uri="{FF2B5EF4-FFF2-40B4-BE49-F238E27FC236}">
                <a16:creationId xmlns:a16="http://schemas.microsoft.com/office/drawing/2014/main" id="{AE82CAB3-29F5-4B02-BE38-ACE3E217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-61">
            <a:extLst xmlns:a="http://schemas.openxmlformats.org/drawingml/2006/main">
              <a:ext uri="{FF2B5EF4-FFF2-40B4-BE49-F238E27FC236}">
                <a16:creationId xmlns:a16="http://schemas.microsoft.com/office/drawing/2014/main" id="{4EB6EA77-B2E8-4618-AB6A-7C0CC9C0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-62">
            <a:extLst xmlns:a="http://schemas.openxmlformats.org/drawingml/2006/main">
              <a:ext uri="{FF2B5EF4-FFF2-40B4-BE49-F238E27FC236}">
                <a16:creationId xmlns:a16="http://schemas.microsoft.com/office/drawing/2014/main" id="{C7C6AD35-CCAD-44B7-A929-FE80BED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bj-63">
            <a:extLst xmlns:a="http://schemas.openxmlformats.org/drawingml/2006/main">
              <a:ext uri="{FF2B5EF4-FFF2-40B4-BE49-F238E27FC236}">
                <a16:creationId xmlns:a16="http://schemas.microsoft.com/office/drawing/2014/main" id="{DD82CC1E-D20A-4720-8775-052DC38A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-64">
            <a:extLst xmlns:a="http://schemas.openxmlformats.org/drawingml/2006/main">
              <a:ext uri="{FF2B5EF4-FFF2-40B4-BE49-F238E27FC236}">
                <a16:creationId xmlns:a16="http://schemas.microsoft.com/office/drawing/2014/main" id="{62FA4A69-D937-43A5-92AE-85A71138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-65">
            <a:extLst xmlns:a="http://schemas.openxmlformats.org/drawingml/2006/main">
              <a:ext uri="{FF2B5EF4-FFF2-40B4-BE49-F238E27FC236}">
                <a16:creationId xmlns:a16="http://schemas.microsoft.com/office/drawing/2014/main" id="{F727ED4F-040D-4CE2-9E2F-FAEB8FB3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-66">
            <a:extLst xmlns:a="http://schemas.openxmlformats.org/drawingml/2006/main">
              <a:ext uri="{FF2B5EF4-FFF2-40B4-BE49-F238E27FC236}">
                <a16:creationId xmlns:a16="http://schemas.microsoft.com/office/drawing/2014/main" id="{684852CC-67B7-4129-9356-1488C2F2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-67">
            <a:extLst xmlns:a="http://schemas.openxmlformats.org/drawingml/2006/main">
              <a:ext uri="{FF2B5EF4-FFF2-40B4-BE49-F238E27FC236}">
                <a16:creationId xmlns:a16="http://schemas.microsoft.com/office/drawing/2014/main" id="{65EE3B60-F98D-4B02-A64A-20A6B03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j-68">
            <a:extLst xmlns:a="http://schemas.openxmlformats.org/drawingml/2006/main">
              <a:ext uri="{FF2B5EF4-FFF2-40B4-BE49-F238E27FC236}">
                <a16:creationId xmlns:a16="http://schemas.microsoft.com/office/drawing/2014/main" id="{91467632-7223-4AF9-8AD3-F7CDE9B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bj-69">
            <a:extLst xmlns:a="http://schemas.openxmlformats.org/drawingml/2006/main">
              <a:ext uri="{FF2B5EF4-FFF2-40B4-BE49-F238E27FC236}">
                <a16:creationId xmlns:a16="http://schemas.microsoft.com/office/drawing/2014/main" id="{AC4C4C92-DF77-4E98-9906-55079247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-70">
            <a:extLst xmlns:a="http://schemas.openxmlformats.org/drawingml/2006/main">
              <a:ext uri="{FF2B5EF4-FFF2-40B4-BE49-F238E27FC236}">
                <a16:creationId xmlns:a16="http://schemas.microsoft.com/office/drawing/2014/main" id="{C866D6F4-4197-46C7-A63F-77E58A04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bj-71">
            <a:extLst xmlns:a="http://schemas.openxmlformats.org/drawingml/2006/main">
              <a:ext uri="{FF2B5EF4-FFF2-40B4-BE49-F238E27FC236}">
                <a16:creationId xmlns:a16="http://schemas.microsoft.com/office/drawing/2014/main" id="{F980C1F3-376E-43AB-AD4D-59870D19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bj-72">
            <a:extLst xmlns:a="http://schemas.openxmlformats.org/drawingml/2006/main">
              <a:ext uri="{FF2B5EF4-FFF2-40B4-BE49-F238E27FC236}">
                <a16:creationId xmlns:a16="http://schemas.microsoft.com/office/drawing/2014/main" id="{8FC27054-BC19-4F64-B553-984069F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24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-73">
            <a:extLst xmlns:a="http://schemas.openxmlformats.org/drawingml/2006/main">
              <a:ext uri="{FF2B5EF4-FFF2-40B4-BE49-F238E27FC236}">
                <a16:creationId xmlns:a16="http://schemas.microsoft.com/office/drawing/2014/main" id="{FCDBBB1C-958F-4665-9026-2734B4AA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obj-74">
            <a:extLst xmlns:a="http://schemas.openxmlformats.org/drawingml/2006/main">
              <a:ext uri="{FF2B5EF4-FFF2-40B4-BE49-F238E27FC236}">
                <a16:creationId xmlns:a16="http://schemas.microsoft.com/office/drawing/2014/main" id="{C88D6AF5-7187-4C5B-94B7-A8757F11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bj-75">
            <a:extLst xmlns:a="http://schemas.openxmlformats.org/drawingml/2006/main">
              <a:ext uri="{FF2B5EF4-FFF2-40B4-BE49-F238E27FC236}">
                <a16:creationId xmlns:a16="http://schemas.microsoft.com/office/drawing/2014/main" id="{A8C48C7A-D490-4223-BDD2-56DD7596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-76">
            <a:extLst xmlns:a="http://schemas.openxmlformats.org/drawingml/2006/main">
              <a:ext uri="{FF2B5EF4-FFF2-40B4-BE49-F238E27FC236}">
                <a16:creationId xmlns:a16="http://schemas.microsoft.com/office/drawing/2014/main" id="{A5D47CD7-F47A-496C-B27C-DD44A543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bj-77">
            <a:extLst xmlns:a="http://schemas.openxmlformats.org/drawingml/2006/main">
              <a:ext uri="{FF2B5EF4-FFF2-40B4-BE49-F238E27FC236}">
                <a16:creationId xmlns:a16="http://schemas.microsoft.com/office/drawing/2014/main" id="{F217175C-4207-4E34-AAF8-7753ABAE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bj-78">
            <a:extLst xmlns:a="http://schemas.openxmlformats.org/drawingml/2006/main">
              <a:ext uri="{FF2B5EF4-FFF2-40B4-BE49-F238E27FC236}">
                <a16:creationId xmlns:a16="http://schemas.microsoft.com/office/drawing/2014/main" id="{FDFDADDC-710C-4663-8A54-63D09DD9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bj-79">
            <a:extLst xmlns:a="http://schemas.openxmlformats.org/drawingml/2006/main">
              <a:ext uri="{FF2B5EF4-FFF2-40B4-BE49-F238E27FC236}">
                <a16:creationId xmlns:a16="http://schemas.microsoft.com/office/drawing/2014/main" id="{B4DC3FCC-F605-41C6-BC7C-4C4B11FF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bj-80">
            <a:extLst xmlns:a="http://schemas.openxmlformats.org/drawingml/2006/main">
              <a:ext uri="{FF2B5EF4-FFF2-40B4-BE49-F238E27FC236}">
                <a16:creationId xmlns:a16="http://schemas.microsoft.com/office/drawing/2014/main" id="{4F734371-8473-4F9D-AE44-8836204B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bj-81">
            <a:extLst xmlns:a="http://schemas.openxmlformats.org/drawingml/2006/main">
              <a:ext uri="{FF2B5EF4-FFF2-40B4-BE49-F238E27FC236}">
                <a16:creationId xmlns:a16="http://schemas.microsoft.com/office/drawing/2014/main" id="{A78CD6A6-6CC5-4E74-85B4-DCA5334D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bj-82">
            <a:extLst xmlns:a="http://schemas.openxmlformats.org/drawingml/2006/main">
              <a:ext uri="{FF2B5EF4-FFF2-40B4-BE49-F238E27FC236}">
                <a16:creationId xmlns:a16="http://schemas.microsoft.com/office/drawing/2014/main" id="{BC3ED211-3E52-4B5C-8257-26FB9F0C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813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obj-83">
            <a:extLst xmlns:a="http://schemas.openxmlformats.org/drawingml/2006/main">
              <a:ext uri="{FF2B5EF4-FFF2-40B4-BE49-F238E27FC236}">
                <a16:creationId xmlns:a16="http://schemas.microsoft.com/office/drawing/2014/main" id="{D50AE8BB-6610-438D-9EEB-48791E12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bj-84">
            <a:extLst xmlns:a="http://schemas.openxmlformats.org/drawingml/2006/main">
              <a:ext uri="{FF2B5EF4-FFF2-40B4-BE49-F238E27FC236}">
                <a16:creationId xmlns:a16="http://schemas.microsoft.com/office/drawing/2014/main" id="{BCB0B952-F3E7-4425-B9C7-7E65D107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bj-85">
            <a:extLst xmlns:a="http://schemas.openxmlformats.org/drawingml/2006/main">
              <a:ext uri="{FF2B5EF4-FFF2-40B4-BE49-F238E27FC236}">
                <a16:creationId xmlns:a16="http://schemas.microsoft.com/office/drawing/2014/main" id="{FE3AC659-01B7-4295-85BC-F37E1923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obj-86">
            <a:extLst xmlns:a="http://schemas.openxmlformats.org/drawingml/2006/main">
              <a:ext uri="{FF2B5EF4-FFF2-40B4-BE49-F238E27FC236}">
                <a16:creationId xmlns:a16="http://schemas.microsoft.com/office/drawing/2014/main" id="{7125DC66-EA86-442E-9815-7FB95E69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obj-87">
            <a:extLst xmlns:a="http://schemas.openxmlformats.org/drawingml/2006/main">
              <a:ext uri="{FF2B5EF4-FFF2-40B4-BE49-F238E27FC236}">
                <a16:creationId xmlns:a16="http://schemas.microsoft.com/office/drawing/2014/main" id="{36DA3C7A-5577-49A7-AECB-CA3FE167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bj-88">
            <a:extLst xmlns:a="http://schemas.openxmlformats.org/drawingml/2006/main">
              <a:ext uri="{FF2B5EF4-FFF2-40B4-BE49-F238E27FC236}">
                <a16:creationId xmlns:a16="http://schemas.microsoft.com/office/drawing/2014/main" id="{0E779995-028E-4ED1-8A46-C24A06A4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622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bj-89">
            <a:extLst xmlns:a="http://schemas.openxmlformats.org/drawingml/2006/main">
              <a:ext uri="{FF2B5EF4-FFF2-40B4-BE49-F238E27FC236}">
                <a16:creationId xmlns:a16="http://schemas.microsoft.com/office/drawing/2014/main" id="{936184B0-22BD-4AAE-BD93-5DAED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obj-90">
            <a:extLst xmlns:a="http://schemas.openxmlformats.org/drawingml/2006/main">
              <a:ext uri="{FF2B5EF4-FFF2-40B4-BE49-F238E27FC236}">
                <a16:creationId xmlns:a16="http://schemas.microsoft.com/office/drawing/2014/main" id="{271887F7-E01A-4CDE-9BA4-902F4E00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bj-91">
            <a:extLst xmlns:a="http://schemas.openxmlformats.org/drawingml/2006/main">
              <a:ext uri="{FF2B5EF4-FFF2-40B4-BE49-F238E27FC236}">
                <a16:creationId xmlns:a16="http://schemas.microsoft.com/office/drawing/2014/main" id="{333C8E75-79BE-4078-9FBA-D5C3A38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bj-92">
            <a:extLst xmlns:a="http://schemas.openxmlformats.org/drawingml/2006/main">
              <a:ext uri="{FF2B5EF4-FFF2-40B4-BE49-F238E27FC236}">
                <a16:creationId xmlns:a16="http://schemas.microsoft.com/office/drawing/2014/main" id="{CAC3E239-1421-432E-B28A-FA56CA4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bj-93">
            <a:extLst xmlns:a="http://schemas.openxmlformats.org/drawingml/2006/main">
              <a:ext uri="{FF2B5EF4-FFF2-40B4-BE49-F238E27FC236}">
                <a16:creationId xmlns:a16="http://schemas.microsoft.com/office/drawing/2014/main" id="{87F23517-93DF-4215-A48A-37C2CC0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bj-94">
            <a:extLst xmlns:a="http://schemas.openxmlformats.org/drawingml/2006/main">
              <a:ext uri="{FF2B5EF4-FFF2-40B4-BE49-F238E27FC236}">
                <a16:creationId xmlns:a16="http://schemas.microsoft.com/office/drawing/2014/main" id="{2D55C3C1-357B-4F4A-8563-C5F202F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bj-95">
            <a:extLst xmlns:a="http://schemas.openxmlformats.org/drawingml/2006/main">
              <a:ext uri="{FF2B5EF4-FFF2-40B4-BE49-F238E27FC236}">
                <a16:creationId xmlns:a16="http://schemas.microsoft.com/office/drawing/2014/main" id="{FA2DBE52-D493-482D-B08E-50A9CB1E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-96">
            <a:extLst xmlns:a="http://schemas.openxmlformats.org/drawingml/2006/main">
              <a:ext uri="{FF2B5EF4-FFF2-40B4-BE49-F238E27FC236}">
                <a16:creationId xmlns:a16="http://schemas.microsoft.com/office/drawing/2014/main" id="{0D4BAF4E-5265-41A0-A4BC-2D6FB224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bj-97">
            <a:extLst xmlns:a="http://schemas.openxmlformats.org/drawingml/2006/main">
              <a:ext uri="{FF2B5EF4-FFF2-40B4-BE49-F238E27FC236}">
                <a16:creationId xmlns:a16="http://schemas.microsoft.com/office/drawing/2014/main" id="{EB9BEB99-E724-424C-80CF-C763E494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-98">
            <a:extLst xmlns:a="http://schemas.openxmlformats.org/drawingml/2006/main">
              <a:ext uri="{FF2B5EF4-FFF2-40B4-BE49-F238E27FC236}">
                <a16:creationId xmlns:a16="http://schemas.microsoft.com/office/drawing/2014/main" id="{9AC901D7-060A-4E6A-B0D5-C76080C6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1" name="obj-99">
            <a:extLst xmlns:a="http://schemas.openxmlformats.org/drawingml/2006/main">
              <a:ext uri="{FF2B5EF4-FFF2-40B4-BE49-F238E27FC236}">
                <a16:creationId xmlns:a16="http://schemas.microsoft.com/office/drawing/2014/main" id="{EB18A0ED-1CE1-43C7-BA25-7D1A334F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-100">
            <a:extLst xmlns:a="http://schemas.openxmlformats.org/drawingml/2006/main">
              <a:ext uri="{FF2B5EF4-FFF2-40B4-BE49-F238E27FC236}">
                <a16:creationId xmlns:a16="http://schemas.microsoft.com/office/drawing/2014/main" id="{6AE5CBBE-1C28-4059-9721-8853C8CF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-101">
            <a:extLst xmlns:a="http://schemas.openxmlformats.org/drawingml/2006/main">
              <a:ext uri="{FF2B5EF4-FFF2-40B4-BE49-F238E27FC236}">
                <a16:creationId xmlns:a16="http://schemas.microsoft.com/office/drawing/2014/main" id="{908F1BCE-1941-4180-B4C9-8FFA438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-102">
            <a:extLst xmlns:a="http://schemas.openxmlformats.org/drawingml/2006/main">
              <a:ext uri="{FF2B5EF4-FFF2-40B4-BE49-F238E27FC236}">
                <a16:creationId xmlns:a16="http://schemas.microsoft.com/office/drawing/2014/main" id="{680F22D3-F093-4214-8BF1-37727D3D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-103">
            <a:extLst xmlns:a="http://schemas.openxmlformats.org/drawingml/2006/main">
              <a:ext uri="{FF2B5EF4-FFF2-40B4-BE49-F238E27FC236}">
                <a16:creationId xmlns:a16="http://schemas.microsoft.com/office/drawing/2014/main" id="{B47A0075-5EB3-434A-847C-B121CFA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6" name="obj-104">
            <a:extLst xmlns:a="http://schemas.openxmlformats.org/drawingml/2006/main">
              <a:ext uri="{FF2B5EF4-FFF2-40B4-BE49-F238E27FC236}">
                <a16:creationId xmlns:a16="http://schemas.microsoft.com/office/drawing/2014/main" id="{EAB00038-E749-49DA-A019-EF775FF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bj-105">
            <a:extLst xmlns:a="http://schemas.openxmlformats.org/drawingml/2006/main">
              <a:ext uri="{FF2B5EF4-FFF2-40B4-BE49-F238E27FC236}">
                <a16:creationId xmlns:a16="http://schemas.microsoft.com/office/drawing/2014/main" id="{FAC83037-B523-4A3D-9103-1970788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obj-106">
            <a:extLst xmlns:a="http://schemas.openxmlformats.org/drawingml/2006/main">
              <a:ext uri="{FF2B5EF4-FFF2-40B4-BE49-F238E27FC236}">
                <a16:creationId xmlns:a16="http://schemas.microsoft.com/office/drawing/2014/main" id="{F5D3A7C0-69C4-497F-BD23-A66FA17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obj-107">
            <a:extLst xmlns:a="http://schemas.openxmlformats.org/drawingml/2006/main">
              <a:ext uri="{FF2B5EF4-FFF2-40B4-BE49-F238E27FC236}">
                <a16:creationId xmlns:a16="http://schemas.microsoft.com/office/drawing/2014/main" id="{114B6DE7-8128-4CE7-B2EC-97FC3653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obj-108">
            <a:extLst xmlns:a="http://schemas.openxmlformats.org/drawingml/2006/main">
              <a:ext uri="{FF2B5EF4-FFF2-40B4-BE49-F238E27FC236}">
                <a16:creationId xmlns:a16="http://schemas.microsoft.com/office/drawing/2014/main" id="{70F246DD-9294-468B-A2B2-1F4C5B44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obj-109">
            <a:extLst xmlns:a="http://schemas.openxmlformats.org/drawingml/2006/main">
              <a:ext uri="{FF2B5EF4-FFF2-40B4-BE49-F238E27FC236}">
                <a16:creationId xmlns:a16="http://schemas.microsoft.com/office/drawing/2014/main" id="{24C18397-1887-462C-85AE-D9BDA1C0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obj-110">
            <a:extLst xmlns:a="http://schemas.openxmlformats.org/drawingml/2006/main">
              <a:ext uri="{FF2B5EF4-FFF2-40B4-BE49-F238E27FC236}">
                <a16:creationId xmlns:a16="http://schemas.microsoft.com/office/drawing/2014/main" id="{A8DF9957-D6F6-4915-90AE-46BE6B9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obj-111">
            <a:extLst xmlns:a="http://schemas.openxmlformats.org/drawingml/2006/main">
              <a:ext uri="{FF2B5EF4-FFF2-40B4-BE49-F238E27FC236}">
                <a16:creationId xmlns:a16="http://schemas.microsoft.com/office/drawing/2014/main" id="{99716AB2-0B05-4999-A255-379C7B12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obj-112">
            <a:extLst xmlns:a="http://schemas.openxmlformats.org/drawingml/2006/main">
              <a:ext uri="{FF2B5EF4-FFF2-40B4-BE49-F238E27FC236}">
                <a16:creationId xmlns:a16="http://schemas.microsoft.com/office/drawing/2014/main" id="{62DFDB2E-26C7-4DE1-BD95-83CD8388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5" name="obj-113">
            <a:extLst xmlns:a="http://schemas.openxmlformats.org/drawingml/2006/main">
              <a:ext uri="{FF2B5EF4-FFF2-40B4-BE49-F238E27FC236}">
                <a16:creationId xmlns:a16="http://schemas.microsoft.com/office/drawing/2014/main" id="{A93A5646-C14B-497B-8825-97FDBEC8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obj-114">
            <a:extLst xmlns:a="http://schemas.openxmlformats.org/drawingml/2006/main">
              <a:ext uri="{FF2B5EF4-FFF2-40B4-BE49-F238E27FC236}">
                <a16:creationId xmlns:a16="http://schemas.microsoft.com/office/drawing/2014/main" id="{C84B0406-3E6D-45C7-803A-DABE55C7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B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obj-115">
            <a:extLst xmlns:a="http://schemas.openxmlformats.org/drawingml/2006/main">
              <a:ext uri="{FF2B5EF4-FFF2-40B4-BE49-F238E27FC236}">
                <a16:creationId xmlns:a16="http://schemas.microsoft.com/office/drawing/2014/main" id="{C6F52DB6-852B-4338-BF51-BC314EB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8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obj-116">
            <a:extLst xmlns:a="http://schemas.openxmlformats.org/drawingml/2006/main">
              <a:ext uri="{FF2B5EF4-FFF2-40B4-BE49-F238E27FC236}">
                <a16:creationId xmlns:a16="http://schemas.microsoft.com/office/drawing/2014/main" id="{48F79640-55F6-424B-9F62-F953DEAB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Padding</a:t>
            </a:r>
          </a:p>
        </p:txBody>
      </p:sp>
      <p:sp>
        <p:nvSpPr>
          <p:cNvPr id="69" name="obj-117">
            <a:extLst xmlns:a="http://schemas.openxmlformats.org/drawingml/2006/main">
              <a:ext uri="{FF2B5EF4-FFF2-40B4-BE49-F238E27FC236}">
                <a16:creationId xmlns:a16="http://schemas.microsoft.com/office/drawing/2014/main" id="{D02F0089-F91F-4327-94C4-6259A093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Границы строк, позиции и маски сохраняются</a:t>
            </a:r>
          </a:p>
        </p:txBody>
      </p:sp>
      <p:sp>
        <p:nvSpPr>
          <p:cNvPr id="70" name="obj-118">
            <a:extLst xmlns:a="http://schemas.openxmlformats.org/drawingml/2006/main">
              <a:ext uri="{FF2B5EF4-FFF2-40B4-BE49-F238E27FC236}">
                <a16:creationId xmlns:a16="http://schemas.microsoft.com/office/drawing/2014/main" id="{301609A7-8923-45F3-A4F3-ED6843CE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Схема упаковки. Строки между батчами не смешиваем.</a:t>
            </a:r>
          </a:p>
        </p:txBody>
      </p:sp>
    </p:spTree>
    <p:extLst>
      <p:ext uri="{BB962C8B-B14F-4D97-AF65-F5344CB8AC3E}">
        <p14:creationId xmlns:p14="http://schemas.microsoft.com/office/powerpoint/2010/main" val="964959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obj-119">
            <a:extLst xmlns:a="http://schemas.openxmlformats.org/drawingml/2006/main">
              <a:ext uri="{FF2B5EF4-FFF2-40B4-BE49-F238E27FC236}">
                <a16:creationId xmlns:a16="http://schemas.microsoft.com/office/drawing/2014/main" id="{F0800517-83BA-42C1-9942-812143D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Кернелы и память</a:t>
            </a:r>
          </a:p>
        </p:txBody>
      </p:sp>
      <p:sp>
        <p:nvSpPr>
          <p:cNvPr id="2" name="obj-120">
            <a:extLst xmlns:a="http://schemas.openxmlformats.org/drawingml/2006/main">
              <a:ext uri="{FF2B5EF4-FFF2-40B4-BE49-F238E27FC236}">
                <a16:creationId xmlns:a16="http://schemas.microsoft.com/office/drawing/2014/main" id="{62EFD72C-F6E6-4C99-BBAB-4F5A323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-121">
            <a:extLst xmlns:a="http://schemas.openxmlformats.org/drawingml/2006/main">
              <a:ext uri="{FF2B5EF4-FFF2-40B4-BE49-F238E27FC236}">
                <a16:creationId xmlns:a16="http://schemas.microsoft.com/office/drawing/2014/main" id="{381D4F8F-FAB9-4EE5-97CE-A212050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4" name="obj-122">
            <a:extLst xmlns:a="http://schemas.openxmlformats.org/drawingml/2006/main">
              <a:ext uri="{FF2B5EF4-FFF2-40B4-BE49-F238E27FC236}">
                <a16:creationId xmlns:a16="http://schemas.microsoft.com/office/drawing/2014/main" id="{9757BB2C-6C43-40F8-A26E-538F33BD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  <p:sp>
        <p:nvSpPr>
          <p:cNvPr id="5" name="obj-123">
            <a:extLst xmlns:a="http://schemas.openxmlformats.org/drawingml/2006/main">
              <a:ext uri="{FF2B5EF4-FFF2-40B4-BE49-F238E27FC236}">
                <a16:creationId xmlns:a16="http://schemas.microsoft.com/office/drawing/2014/main" id="{B95E3349-B5D3-4D52-B6EB-383EC43C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obj-124">
            <a:extLst xmlns:a="http://schemas.openxmlformats.org/drawingml/2006/main">
              <a:ext uri="{FF2B5EF4-FFF2-40B4-BE49-F238E27FC236}">
                <a16:creationId xmlns:a16="http://schemas.microsoft.com/office/drawing/2014/main" id="{D5556398-E016-4DB1-A784-640D1B8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097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Fused RMSNorm + residual</a:t>
            </a:r>
          </a:p>
        </p:txBody>
      </p:sp>
      <p:sp>
        <p:nvSpPr>
          <p:cNvPr id="7" name="obj-125">
            <a:extLst xmlns:a="http://schemas.openxmlformats.org/drawingml/2006/main">
              <a:ext uri="{FF2B5EF4-FFF2-40B4-BE49-F238E27FC236}">
                <a16:creationId xmlns:a16="http://schemas.microsoft.com/office/drawing/2014/main" id="{7A6731CA-94EC-4B32-862C-CC4657FA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241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Меньше промежуточных тензоров и запусков</a:t>
            </a:r>
          </a:p>
        </p:txBody>
      </p:sp>
      <p:sp>
        <p:nvSpPr>
          <p:cNvPr id="8" name="obj-126">
            <a:extLst xmlns:a="http://schemas.openxmlformats.org/drawingml/2006/main">
              <a:ext uri="{FF2B5EF4-FFF2-40B4-BE49-F238E27FC236}">
                <a16:creationId xmlns:a16="http://schemas.microsoft.com/office/drawing/2014/main" id="{067E8E22-DBC0-4CF6-ADBA-5DBB31B9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-127">
            <a:extLst xmlns:a="http://schemas.openxmlformats.org/drawingml/2006/main">
              <a:ext uri="{FF2B5EF4-FFF2-40B4-BE49-F238E27FC236}">
                <a16:creationId xmlns:a16="http://schemas.microsoft.com/office/drawing/2014/main" id="{71B1BAFA-56B9-4906-A1A6-C3F3F838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obj-128">
            <a:extLst xmlns:a="http://schemas.openxmlformats.org/drawingml/2006/main">
              <a:ext uri="{FF2B5EF4-FFF2-40B4-BE49-F238E27FC236}">
                <a16:creationId xmlns:a16="http://schemas.microsoft.com/office/drawing/2014/main" id="{1EFF63DB-C062-47B9-BC77-8B768785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NF4 и LoRA rematerialization</a:t>
            </a:r>
          </a:p>
        </p:txBody>
      </p:sp>
      <p:sp>
        <p:nvSpPr>
          <p:cNvPr id="11" name="obj-129">
            <a:extLst xmlns:a="http://schemas.openxmlformats.org/drawingml/2006/main">
              <a:ext uri="{FF2B5EF4-FFF2-40B4-BE49-F238E27FC236}">
                <a16:creationId xmlns:a16="http://schemas.microsoft.com/office/drawing/2014/main" id="{503F8E04-77AD-4285-83A3-481FD22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29025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Восстановление входа в backward, кеш ≤64 MiB</a:t>
            </a:r>
          </a:p>
        </p:txBody>
      </p:sp>
      <p:sp>
        <p:nvSpPr>
          <p:cNvPr id="12" name="obj-130">
            <a:extLst xmlns:a="http://schemas.openxmlformats.org/drawingml/2006/main">
              <a:ext uri="{FF2B5EF4-FFF2-40B4-BE49-F238E27FC236}">
                <a16:creationId xmlns:a16="http://schemas.microsoft.com/office/drawing/2014/main" id="{981DFF13-25AB-4227-B951-451DD057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-131">
            <a:extLst xmlns:a="http://schemas.openxmlformats.org/drawingml/2006/main">
              <a:ext uri="{FF2B5EF4-FFF2-40B4-BE49-F238E27FC236}">
                <a16:creationId xmlns:a16="http://schemas.microsoft.com/office/drawing/2014/main" id="{012F90DE-5720-45F2-8150-97BC1C9E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obj-132">
            <a:extLst xmlns:a="http://schemas.openxmlformats.org/drawingml/2006/main">
              <a:ext uri="{FF2B5EF4-FFF2-40B4-BE49-F238E27FC236}">
                <a16:creationId xmlns:a16="http://schemas.microsoft.com/office/drawing/2014/main" id="{8C436AB5-D56E-4D6D-A6F8-7FA4A74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Chunked LM-head</a:t>
            </a:r>
          </a:p>
        </p:txBody>
      </p:sp>
      <p:sp>
        <p:nvSpPr>
          <p:cNvPr id="15" name="obj-133">
            <a:extLst xmlns:a="http://schemas.openxmlformats.org/drawingml/2006/main">
              <a:ext uri="{FF2B5EF4-FFF2-40B4-BE49-F238E27FC236}">
                <a16:creationId xmlns:a16="http://schemas.microsoft.com/office/drawing/2014/main" id="{FAB9B40D-9349-465E-8BDA-F6171070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33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Весь словарь, entropy, accuracy и rewind</a:t>
            </a:r>
          </a:p>
        </p:txBody>
      </p:sp>
      <p:sp>
        <p:nvSpPr>
          <p:cNvPr id="16" name="obj-134">
            <a:extLst xmlns:a="http://schemas.openxmlformats.org/drawingml/2006/main">
              <a:ext uri="{FF2B5EF4-FFF2-40B4-BE49-F238E27FC236}">
                <a16:creationId xmlns:a16="http://schemas.microsoft.com/office/drawing/2014/main" id="{C94C21BB-3611-4E38-B8D3-7ADD8150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14,4% времени обучения занимают собственные Triton-кернелы</a:t>
            </a:r>
          </a:p>
        </p:txBody>
      </p:sp>
    </p:spTree>
    <p:extLst>
      <p:ext uri="{BB962C8B-B14F-4D97-AF65-F5344CB8AC3E}">
        <p14:creationId xmlns:p14="http://schemas.microsoft.com/office/powerpoint/2010/main" val="1888854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obj-135">
            <a:extLst xmlns:a="http://schemas.openxmlformats.org/drawingml/2006/main">
              <a:ext uri="{FF2B5EF4-FFF2-40B4-BE49-F238E27FC236}">
                <a16:creationId xmlns:a16="http://schemas.microsoft.com/office/drawing/2014/main" id="{168F66F1-CED4-4B8D-AB0D-3FBC806C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Результат полной команды</a:t>
            </a:r>
          </a:p>
        </p:txBody>
      </p:sp>
      <p:sp>
        <p:nvSpPr>
          <p:cNvPr id="2" name="obj-136">
            <a:extLst xmlns:a="http://schemas.openxmlformats.org/drawingml/2006/main">
              <a:ext uri="{FF2B5EF4-FFF2-40B4-BE49-F238E27FC236}">
                <a16:creationId xmlns:a16="http://schemas.microsoft.com/office/drawing/2014/main" id="{639480B6-EC69-423C-8509-691D1DEC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-137">
            <a:extLst xmlns:a="http://schemas.openxmlformats.org/drawingml/2006/main">
              <a:ext uri="{FF2B5EF4-FFF2-40B4-BE49-F238E27FC236}">
                <a16:creationId xmlns:a16="http://schemas.microsoft.com/office/drawing/2014/main" id="{572FC517-B3C5-4A0C-958E-F6F2CE5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4" name="obj-138">
            <a:extLst xmlns:a="http://schemas.openxmlformats.org/drawingml/2006/main">
              <a:ext uri="{FF2B5EF4-FFF2-40B4-BE49-F238E27FC236}">
                <a16:creationId xmlns:a16="http://schemas.microsoft.com/office/drawing/2014/main" id="{4FC6261B-5000-41EA-821D-692E4AFF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5" name="obj-139">
            <a:extLst xmlns:a="http://schemas.openxmlformats.org/drawingml/2006/main">
              <a:ext uri="{FF2B5EF4-FFF2-40B4-BE49-F238E27FC236}">
                <a16:creationId xmlns:a16="http://schemas.microsoft.com/office/drawing/2014/main" id="{E4762EF2-FD39-4531-8F61-916C0593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Время, с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331E69C-36AF-40B1-AE05-78D353151621}"/>
              </a:ext>
            </a:extLst>
          </p:cNvPr>
          <p:cNvGraphicFramePr/>
          <p:nvPr/>
        </p:nvGraphicFramePr>
        <p:xfrm>
          <a:off xmlns:a="http://schemas.openxmlformats.org/drawingml/2006/main" x="647700" y="2133600"/>
          <a:ext xmlns:a="http://schemas.openxmlformats.org/drawingml/2006/main" cx="50673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126142f7f94bab"/>
          </a:graphicData>
        </a:graphic>
      </p:graphicFrame>
      <p:sp>
        <p:nvSpPr>
          <p:cNvPr id="7" name="obj-140">
            <a:extLst xmlns:a="http://schemas.openxmlformats.org/drawingml/2006/main">
              <a:ext uri="{FF2B5EF4-FFF2-40B4-BE49-F238E27FC236}">
                <a16:creationId xmlns:a16="http://schemas.microsoft.com/office/drawing/2014/main" id="{6ED438A1-00FA-496C-9A92-7AEA8C8A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Пиковая GPU-память, MiB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9CAE7EE-2615-48C8-B817-1CF4DC969905}"/>
              </a:ext>
            </a:extLst>
          </p:cNvPr>
          <p:cNvGraphicFramePr/>
          <p:nvPr/>
        </p:nvGraphicFramePr>
        <p:xfrm>
          <a:off xmlns:a="http://schemas.openxmlformats.org/drawingml/2006/main" x="6496050" y="2133600"/>
          <a:ext xmlns:a="http://schemas.openxmlformats.org/drawingml/2006/main" cx="50673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95d7e2e7ad455a"/>
          </a:graphicData>
        </a:graphic>
      </p:graphicFrame>
      <p:sp>
        <p:nvSpPr>
          <p:cNvPr id="9" name="obj-141">
            <a:extLst xmlns:a="http://schemas.openxmlformats.org/drawingml/2006/main">
              <a:ext uri="{FF2B5EF4-FFF2-40B4-BE49-F238E27FC236}">
                <a16:creationId xmlns:a16="http://schemas.microsoft.com/office/drawing/2014/main" id="{14EF1A55-FD6E-4465-A383-3F260A4F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−43,3% времени</a:t>
            </a:r>
          </a:p>
        </p:txBody>
      </p:sp>
      <p:sp>
        <p:nvSpPr>
          <p:cNvPr id="10" name="obj-142">
            <a:extLst xmlns:a="http://schemas.openxmlformats.org/drawingml/2006/main">
              <a:ext uri="{FF2B5EF4-FFF2-40B4-BE49-F238E27FC236}">
                <a16:creationId xmlns:a16="http://schemas.microsoft.com/office/drawing/2014/main" id="{2661C39D-B1DF-4A6E-8CC1-35948DE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48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−72,4% памяти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9B98B-F90E-44A9-95C5-5060CDC59BEB}"/>
              </a:ext>
            </a:extLst>
          </p:cNvPr>
          <p:cNvGraphicFramePr/>
          <p:nvPr/>
        </p:nvGraphicFramePr>
        <p:xfrm>
          <a:off xmlns:a="http://schemas.openxmlformats.org/drawingml/2006/main" x="647700" y="5219700"/>
          <a:ext xmlns:a="http://schemas.openxmlformats.org/drawingml/2006/main" cx="10896600" cy="876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6600"/>
                <a:gridCol w="2476500"/>
                <a:gridCol w="2476500"/>
                <a:gridCol w="2667000"/>
              </a:tblGrid>
              <a:tr h="438150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AAB8CA"/>
                          </a:solidFill>
                          <a:latin typeface="Arial"/>
                          <a:ea typeface="Arial"/>
                          <a:cs typeface="Arial"/>
                        </a:rPr>
                        <a:t>Качество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65E"/>
                      </a:solidFill>
                      <a:prstDash val="solid"/>
                    </a:lnL>
                    <a:lnR w="9525">
                      <a:solidFill>
                        <a:srgbClr val="34465E"/>
                      </a:solidFill>
                      <a:prstDash val="solid"/>
                    </a:lnR>
                    <a:lnT w="9525">
                      <a:solidFill>
                        <a:srgbClr val="34465E"/>
                      </a:solidFill>
                      <a:prstDash val="solid"/>
                    </a:lnT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6283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AAB8CA"/>
                          </a:solidFill>
                          <a:latin typeface="Arial"/>
                          <a:ea typeface="Arial"/>
                          <a:cs typeface="Arial"/>
                        </a:rPr>
                        <a:t>Base Soup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65E"/>
                      </a:solidFill>
                      <a:prstDash val="solid"/>
                    </a:lnR>
                    <a:lnT w="9525">
                      <a:solidFill>
                        <a:srgbClr val="34465E"/>
                      </a:solidFill>
                      <a:prstDash val="solid"/>
                    </a:lnT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6283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AAB8CA"/>
                          </a:solidFill>
                          <a:latin typeface="Arial"/>
                          <a:ea typeface="Arial"/>
                          <a:cs typeface="Arial"/>
                        </a:rPr>
                        <a:t>v69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65E"/>
                      </a:solidFill>
                      <a:prstDash val="solid"/>
                    </a:lnR>
                    <a:lnT w="9525">
                      <a:solidFill>
                        <a:srgbClr val="34465E"/>
                      </a:solidFill>
                      <a:prstDash val="solid"/>
                    </a:lnT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6283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AAB8CA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65E"/>
                      </a:solidFill>
                      <a:prstDash val="solid"/>
                    </a:lnR>
                    <a:lnT w="9525">
                      <a:solidFill>
                        <a:srgbClr val="34465E"/>
                      </a:solidFill>
                      <a:prstDash val="solid"/>
                    </a:lnT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6283E"/>
                    </a:solidFill>
                  </a:tcPr>
                </a:tc>
              </a:tr>
              <a:tr h="4381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3F6FC"/>
                          </a:solidFill>
                          <a:latin typeface="Arial"/>
                          <a:ea typeface="Arial"/>
                          <a:cs typeface="Arial"/>
                        </a:rPr>
                        <a:t>Eval loss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65E"/>
                      </a:solidFill>
                      <a:prstDash val="solid"/>
                    </a:lnL>
                    <a:lnR w="9525">
                      <a:solidFill>
                        <a:srgbClr val="34465E"/>
                      </a:solidFill>
                      <a:prstDash val="solid"/>
                    </a:lnR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01C2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3F6FC"/>
                          </a:solidFill>
                          <a:latin typeface="Arial"/>
                          <a:ea typeface="Arial"/>
                          <a:cs typeface="Arial"/>
                        </a:rPr>
                        <a:t>2.04967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65E"/>
                      </a:solidFill>
                      <a:prstDash val="solid"/>
                    </a:lnR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01C2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3F6FC"/>
                          </a:solidFill>
                          <a:latin typeface="Arial"/>
                          <a:ea typeface="Arial"/>
                          <a:cs typeface="Arial"/>
                        </a:rPr>
                        <a:t>2.04964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65E"/>
                      </a:solidFill>
                      <a:prstDash val="solid"/>
                    </a:lnR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01C2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3F6FC"/>
                          </a:solidFill>
                          <a:latin typeface="Arial"/>
                          <a:ea typeface="Arial"/>
                          <a:cs typeface="Arial"/>
                        </a:rPr>
                        <a:t>−0.001%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65E"/>
                      </a:solidFill>
                      <a:prstDash val="solid"/>
                    </a:lnR>
                    <a:lnB w="9525">
                      <a:solidFill>
                        <a:srgbClr val="34465E"/>
                      </a:solidFill>
                      <a:prstDash val="solid"/>
                    </a:lnB>
                    <a:solidFill>
                      <a:srgbClr val="101C2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869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obj-143">
            <a:extLst xmlns:a="http://schemas.openxmlformats.org/drawingml/2006/main">
              <a:ext uri="{FF2B5EF4-FFF2-40B4-BE49-F238E27FC236}">
                <a16:creationId xmlns:a16="http://schemas.microsoft.com/office/drawing/2014/main" id="{463CF518-B159-44D2-A001-CDC2B1A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Проверка 10/10</a:t>
            </a:r>
          </a:p>
        </p:txBody>
      </p:sp>
      <p:sp>
        <p:nvSpPr>
          <p:cNvPr id="2" name="obj-144">
            <a:extLst xmlns:a="http://schemas.openxmlformats.org/drawingml/2006/main">
              <a:ext uri="{FF2B5EF4-FFF2-40B4-BE49-F238E27FC236}">
                <a16:creationId xmlns:a16="http://schemas.microsoft.com/office/drawing/2014/main" id="{31EDAC10-776B-4FB7-A19A-17B4346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-145">
            <a:extLst xmlns:a="http://schemas.openxmlformats.org/drawingml/2006/main">
              <a:ext uri="{FF2B5EF4-FFF2-40B4-BE49-F238E27FC236}">
                <a16:creationId xmlns:a16="http://schemas.microsoft.com/office/drawing/2014/main" id="{7DBE3C3E-3326-4FAA-8330-CC61E087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4" name="obj-146">
            <a:extLst xmlns:a="http://schemas.openxmlformats.org/drawingml/2006/main">
              <a:ext uri="{FF2B5EF4-FFF2-40B4-BE49-F238E27FC236}">
                <a16:creationId xmlns:a16="http://schemas.microsoft.com/office/drawing/2014/main" id="{454CE14B-2E70-410E-BB0D-D15595BD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A5F15-F83E-465B-90A4-4CB50EB6B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4a05ce3b04e34"/>
          <a:stretch xmlns:a="http://schemas.openxmlformats.org/drawingml/2006/main"/>
        </p:blipFill>
        <p:spPr>
          <a:xfrm xmlns:a="http://schemas.openxmlformats.org/drawingml/2006/main">
            <a:off x="648758" y="1828800"/>
            <a:ext cx="7332133" cy="4124325"/>
          </a:xfrm>
          <a:prstGeom xmlns:a="http://schemas.openxmlformats.org/drawingml/2006/main" prst="rect">
            <a:avLst/>
          </a:prstGeom>
        </p:spPr>
      </p:pic>
      <p:sp>
        <p:nvSpPr>
          <p:cNvPr id="6" name="obj-147">
            <a:extLst xmlns:a="http://schemas.openxmlformats.org/drawingml/2006/main">
              <a:ext uri="{FF2B5EF4-FFF2-40B4-BE49-F238E27FC236}">
                <a16:creationId xmlns:a16="http://schemas.microsoft.com/office/drawing/2014/main" id="{2D9C4F76-39E4-4BCE-8CC7-0A2A9DE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181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10/10 PASS</a:t>
            </a:r>
          </a:p>
        </p:txBody>
      </p:sp>
      <p:sp>
        <p:nvSpPr>
          <p:cNvPr id="7" name="obj-148">
            <a:extLst xmlns:a="http://schemas.openxmlformats.org/drawingml/2006/main">
              <a:ext uri="{FF2B5EF4-FFF2-40B4-BE49-F238E27FC236}">
                <a16:creationId xmlns:a16="http://schemas.microsoft.com/office/drawing/2014/main" id="{FDEBC7EE-6FB8-4FDC-B1F5-FD023A8F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8" name="obj-149">
            <a:extLst xmlns:a="http://schemas.openxmlformats.org/drawingml/2006/main">
              <a:ext uri="{FF2B5EF4-FFF2-40B4-BE49-F238E27FC236}">
                <a16:creationId xmlns:a16="http://schemas.microsoft.com/office/drawing/2014/main" id="{C7198117-C5EF-4A19-9684-201718B5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3181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регрессионных тестов Soup</a:t>
            </a:r>
          </a:p>
        </p:txBody>
      </p:sp>
      <p:sp>
        <p:nvSpPr>
          <p:cNvPr id="9" name="obj-150">
            <a:extLst xmlns:a="http://schemas.openxmlformats.org/drawingml/2006/main">
              <a:ext uri="{FF2B5EF4-FFF2-40B4-BE49-F238E27FC236}">
                <a16:creationId xmlns:a16="http://schemas.microsoft.com/office/drawing/2014/main" id="{430DA09A-F9DF-44C7-B7E8-16529646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318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416 PASS / 1 SKIP</a:t>
            </a:r>
          </a:p>
        </p:txBody>
      </p:sp>
      <p:sp>
        <p:nvSpPr>
          <p:cNvPr id="10" name="obj-151">
            <a:extLst xmlns:a="http://schemas.openxmlformats.org/drawingml/2006/main">
              <a:ext uri="{FF2B5EF4-FFF2-40B4-BE49-F238E27FC236}">
                <a16:creationId xmlns:a16="http://schemas.microsoft.com/office/drawing/2014/main" id="{23091CDC-CD9E-4F40-9B18-30A39386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тесты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998696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bj-152">
            <a:extLst xmlns:a="http://schemas.openxmlformats.org/drawingml/2006/main">
              <a:ext uri="{FF2B5EF4-FFF2-40B4-BE49-F238E27FC236}">
                <a16:creationId xmlns:a16="http://schemas.microsoft.com/office/drawing/2014/main" id="{52A8088C-EB1D-4C48-A2DF-88D048F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Повторение результата</a:t>
            </a:r>
          </a:p>
        </p:txBody>
      </p:sp>
      <p:sp>
        <p:nvSpPr>
          <p:cNvPr id="2" name="obj-153">
            <a:extLst xmlns:a="http://schemas.openxmlformats.org/drawingml/2006/main">
              <a:ext uri="{FF2B5EF4-FFF2-40B4-BE49-F238E27FC236}">
                <a16:creationId xmlns:a16="http://schemas.microsoft.com/office/drawing/2014/main" id="{DF7ED039-C938-4557-8FB3-6403E04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-154">
            <a:extLst xmlns:a="http://schemas.openxmlformats.org/drawingml/2006/main">
              <a:ext uri="{FF2B5EF4-FFF2-40B4-BE49-F238E27FC236}">
                <a16:creationId xmlns:a16="http://schemas.microsoft.com/office/drawing/2014/main" id="{56EC28A1-6BE4-4AC1-86A9-30128883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4" name="obj-155">
            <a:extLst xmlns:a="http://schemas.openxmlformats.org/drawingml/2006/main">
              <a:ext uri="{FF2B5EF4-FFF2-40B4-BE49-F238E27FC236}">
                <a16:creationId xmlns:a16="http://schemas.microsoft.com/office/drawing/2014/main" id="{B4A5DFD0-1778-4C31-917D-E08CDDA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  <p:sp>
        <p:nvSpPr>
          <p:cNvPr id="5" name="obj-156">
            <a:extLst xmlns:a="http://schemas.openxmlformats.org/drawingml/2006/main">
              <a:ext uri="{FF2B5EF4-FFF2-40B4-BE49-F238E27FC236}">
                <a16:creationId xmlns:a16="http://schemas.microsoft.com/office/drawing/2014/main" id="{7056C85B-ADA1-4C68-8CB9-ECF6EF4B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-157">
            <a:extLst xmlns:a="http://schemas.openxmlformats.org/drawingml/2006/main">
              <a:ext uri="{FF2B5EF4-FFF2-40B4-BE49-F238E27FC236}">
                <a16:creationId xmlns:a16="http://schemas.microsoft.com/office/drawing/2014/main" id="{BBB8A56C-2DE3-42F1-8D36-65276DE4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95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Официальный репозиторий</a:t>
            </a:r>
          </a:p>
        </p:txBody>
      </p:sp>
      <p:sp>
        <p:nvSpPr>
          <p:cNvPr id="7" name="obj-158">
            <a:extLst xmlns:a="http://schemas.openxmlformats.org/drawingml/2006/main">
              <a:ext uri="{FF2B5EF4-FFF2-40B4-BE49-F238E27FC236}">
                <a16:creationId xmlns:a16="http://schemas.microsoft.com/office/drawing/2014/main" id="{F454B087-33D4-43AE-9AA4-4D17D967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76475"/>
            <a:ext cx="995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BAITC-Hacks/hack-a5a4072f-wither-ai</a:t>
            </a:r>
          </a:p>
        </p:txBody>
      </p:sp>
      <p:sp>
        <p:nvSpPr>
          <p:cNvPr id="8" name="obj-159">
            <a:extLst xmlns:a="http://schemas.openxmlformats.org/drawingml/2006/main">
              <a:ext uri="{FF2B5EF4-FFF2-40B4-BE49-F238E27FC236}">
                <a16:creationId xmlns:a16="http://schemas.microsoft.com/office/drawing/2014/main" id="{C7C5DD4C-5537-4D82-A47B-9A3B4218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-160">
            <a:extLst xmlns:a="http://schemas.openxmlformats.org/drawingml/2006/main">
              <a:ext uri="{FF2B5EF4-FFF2-40B4-BE49-F238E27FC236}">
                <a16:creationId xmlns:a16="http://schemas.microsoft.com/office/drawing/2014/main" id="{D09457F9-A7A1-4F94-A84F-39E86D82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995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Настройки Kaggle</a:t>
            </a:r>
          </a:p>
        </p:txBody>
      </p:sp>
      <p:sp>
        <p:nvSpPr>
          <p:cNvPr id="10" name="obj-161">
            <a:extLst xmlns:a="http://schemas.openxmlformats.org/drawingml/2006/main">
              <a:ext uri="{FF2B5EF4-FFF2-40B4-BE49-F238E27FC236}">
                <a16:creationId xmlns:a16="http://schemas.microsoft.com/office/drawing/2014/main" id="{52CD228A-3440-4C89-8D92-8401D7C2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43275"/>
            <a:ext cx="995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T4 x2, Internet On, разрешённый GITHUB_TOKEN</a:t>
            </a:r>
          </a:p>
        </p:txBody>
      </p:sp>
      <p:sp>
        <p:nvSpPr>
          <p:cNvPr id="11" name="obj-162">
            <a:extLst xmlns:a="http://schemas.openxmlformats.org/drawingml/2006/main">
              <a:ext uri="{FF2B5EF4-FFF2-40B4-BE49-F238E27FC236}">
                <a16:creationId xmlns:a16="http://schemas.microsoft.com/office/drawing/2014/main" id="{AC74AE10-56B2-4812-8ED7-62D0DFB3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DDBC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obj-163">
            <a:extLst xmlns:a="http://schemas.openxmlformats.org/drawingml/2006/main">
              <a:ext uri="{FF2B5EF4-FFF2-40B4-BE49-F238E27FC236}">
                <a16:creationId xmlns:a16="http://schemas.microsoft.com/office/drawing/2014/main" id="{BA5E19F5-06F8-4762-94DF-83BCEAA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43350"/>
            <a:ext cx="995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Run All</a:t>
            </a:r>
          </a:p>
        </p:txBody>
      </p:sp>
      <p:sp>
        <p:nvSpPr>
          <p:cNvPr id="13" name="obj-164">
            <a:extLst xmlns:a="http://schemas.openxmlformats.org/drawingml/2006/main">
              <a:ext uri="{FF2B5EF4-FFF2-40B4-BE49-F238E27FC236}">
                <a16:creationId xmlns:a16="http://schemas.microsoft.com/office/drawing/2014/main" id="{E21780A1-254F-483E-AE3A-E5E2671B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10075"/>
            <a:ext cx="995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2 base + 2 solution, затем 10 исходных проверок</a:t>
            </a:r>
          </a:p>
        </p:txBody>
      </p:sp>
      <p:sp>
        <p:nvSpPr>
          <p:cNvPr id="14" name="obj-165">
            <a:extLst xmlns:a="http://schemas.openxmlformats.org/drawingml/2006/main">
              <a:ext uri="{FF2B5EF4-FFF2-40B4-BE49-F238E27FC236}">
                <a16:creationId xmlns:a16="http://schemas.microsoft.com/office/drawing/2014/main" id="{84ED24D7-BDEC-4CAB-A044-B812DFE5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1089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bj-166">
            <a:extLst xmlns:a="http://schemas.openxmlformats.org/drawingml/2006/main">
              <a:ext uri="{FF2B5EF4-FFF2-40B4-BE49-F238E27FC236}">
                <a16:creationId xmlns:a16="http://schemas.microsoft.com/office/drawing/2014/main" id="{F9066E3E-2916-4A78-BA15-4F2BA8D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python harness/run_task.py --repeats 2</a:t>
            </a:r>
          </a:p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python harness/check_rules.py</a:t>
            </a:r>
          </a:p>
        </p:txBody>
      </p:sp>
    </p:spTree>
    <p:extLst>
      <p:ext uri="{BB962C8B-B14F-4D97-AF65-F5344CB8AC3E}">
        <p14:creationId xmlns:p14="http://schemas.microsoft.com/office/powerpoint/2010/main" val="2055164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bj-167">
            <a:extLst xmlns:a="http://schemas.openxmlformats.org/drawingml/2006/main">
              <a:ext uri="{FF2B5EF4-FFF2-40B4-BE49-F238E27FC236}">
                <a16:creationId xmlns:a16="http://schemas.microsoft.com/office/drawing/2014/main" id="{C23AA6BD-21C1-420F-BA9F-512DF6FB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Границы результата и материалы</a:t>
            </a:r>
          </a:p>
        </p:txBody>
      </p:sp>
      <p:sp>
        <p:nvSpPr>
          <p:cNvPr id="2" name="obj-168">
            <a:extLst xmlns:a="http://schemas.openxmlformats.org/drawingml/2006/main">
              <a:ext uri="{FF2B5EF4-FFF2-40B4-BE49-F238E27FC236}">
                <a16:creationId xmlns:a16="http://schemas.microsoft.com/office/drawing/2014/main" id="{A6E71FF1-CF90-441B-9B7D-781AE0A9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-169">
            <a:extLst xmlns:a="http://schemas.openxmlformats.org/drawingml/2006/main">
              <a:ext uri="{FF2B5EF4-FFF2-40B4-BE49-F238E27FC236}">
                <a16:creationId xmlns:a16="http://schemas.microsoft.com/office/drawing/2014/main" id="{25BDD117-6A3B-435D-88EE-D349D7B6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IVNEX v69</a:t>
            </a:r>
          </a:p>
        </p:txBody>
      </p:sp>
      <p:sp>
        <p:nvSpPr>
          <p:cNvPr id="4" name="obj-170">
            <a:extLst xmlns:a="http://schemas.openxmlformats.org/drawingml/2006/main">
              <a:ext uri="{FF2B5EF4-FFF2-40B4-BE49-F238E27FC236}">
                <a16:creationId xmlns:a16="http://schemas.microsoft.com/office/drawing/2014/main" id="{3D1F6ADE-B6CC-432F-8A7C-DAD8D8F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5" name="obj-171">
            <a:extLst xmlns:a="http://schemas.openxmlformats.org/drawingml/2006/main">
              <a:ext uri="{FF2B5EF4-FFF2-40B4-BE49-F238E27FC236}">
                <a16:creationId xmlns:a16="http://schemas.microsoft.com/office/drawing/2014/main" id="{D6510726-469B-47AD-B256-3FFB7B2C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Один воспроизводимый результат на T4</a:t>
            </a:r>
          </a:p>
        </p:txBody>
      </p:sp>
      <p:sp>
        <p:nvSpPr>
          <p:cNvPr id="6" name="obj-172">
            <a:extLst xmlns:a="http://schemas.openxmlformats.org/drawingml/2006/main">
              <a:ext uri="{FF2B5EF4-FFF2-40B4-BE49-F238E27FC236}">
                <a16:creationId xmlns:a16="http://schemas.microsoft.com/office/drawing/2014/main" id="{D5D77665-C574-4539-948B-7F6C2790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0896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FP16 и закреплённое окружение</a:t>
            </a:r>
          </a:p>
          <a:p xmlns:a="http://schemas.openxmlformats.org/drawingml/2006/main">
            <a: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Скрытые строки и seed проверяет жюри</a:t>
            </a:r>
          </a:p>
          <a:p xmlns:a="http://schemas.openxmlformats.org/drawingml/2006/main">
            <a:pPr>
              <a:defRPr sz="2175" b="0">
                <a:solidFill>
                  <a:srgbClr val="AAB8C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AB8CA"/>
                </a:solidFill>
                <a:latin typeface="Arial"/>
                <a:ea typeface="Arial"/>
                <a:cs typeface="Arial"/>
              </a:rPr>
              <a:t>Цель 20–30 с / 500 MiB не достигнута</a:t>
            </a:r>
          </a:p>
        </p:txBody>
      </p:sp>
      <p:sp>
        <p:nvSpPr>
          <p:cNvPr id="7" name="obj-173">
            <a:extLst xmlns:a="http://schemas.openxmlformats.org/drawingml/2006/main">
              <a:ext uri="{FF2B5EF4-FFF2-40B4-BE49-F238E27FC236}">
                <a16:creationId xmlns:a16="http://schemas.microsoft.com/office/drawing/2014/main" id="{FEA0988F-7DC4-4AFB-AF4C-7DB9817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u="sng">
                <a:solidFill>
                  <a:srgbClr val="2DDBC2"/>
                </a:solidFill>
                <a:hlinkClick xmlns:r="http://schemas.openxmlformats.org/officeDocument/2006/relationships" r:id="Rf56d1c9b95234470"/>
              </a:rPr>
              <a:t>Код и SUBMISSION.md</a:t>
            </a:r>
          </a:p>
        </p:txBody>
      </p:sp>
      <p:sp>
        <p:nvSpPr>
          <p:cNvPr id="8" name="obj-174">
            <a:extLst xmlns:a="http://schemas.openxmlformats.org/drawingml/2006/main">
              <a:ext uri="{FF2B5EF4-FFF2-40B4-BE49-F238E27FC236}">
                <a16:creationId xmlns:a16="http://schemas.microsoft.com/office/drawing/2014/main" id="{6F000DC6-1319-4A7F-ACEA-833D1249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DDBC2"/>
                </a:solidFill>
                <a:latin typeface="Arial"/>
                <a:ea typeface="Arial"/>
                <a:cs typeface="Arial"/>
              </a:defRPr>
            </a:pPr>
            <a:r>
              <a:rPr u="sng">
                <a:solidFill>
                  <a:srgbClr val="2DDBC2"/>
                </a:solidFill>
                <a:hlinkClick xmlns:r="http://schemas.openxmlformats.org/officeDocument/2006/relationships" r:id="R9b0ce09c18d64a81"/>
              </a:rPr>
              <a:t>Публичный Kaggle с результатами 10/10</a:t>
            </a:r>
          </a:p>
        </p:txBody>
      </p:sp>
      <p:sp>
        <p:nvSpPr>
          <p:cNvPr id="9" name="obj-175">
            <a:extLst xmlns:a="http://schemas.openxmlformats.org/drawingml/2006/main">
              <a:ext uri="{FF2B5EF4-FFF2-40B4-BE49-F238E27FC236}">
                <a16:creationId xmlns:a16="http://schemas.microsoft.com/office/drawing/2014/main" id="{597B849B-9EE6-4D7D-8927-638016DA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Нұржігіт     Мерей     Владимир     Анаис</a:t>
            </a:r>
          </a:p>
        </p:txBody>
      </p:sp>
    </p:spTree>
    <p:extLst>
      <p:ext uri="{BB962C8B-B14F-4D97-AF65-F5344CB8AC3E}">
        <p14:creationId xmlns:p14="http://schemas.microsoft.com/office/powerpoint/2010/main" val="78587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2026-10-31T16:13:07.7200000Z</dcterms:created>
  <dcterms:modified xsi:type="dcterms:W3CDTF">2026-10-31T16:13:07.7200000Z</dcterms:modified>
</coreProperties>
</file>